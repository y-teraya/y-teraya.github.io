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280" r:id="rId2"/>
    <p:sldId id="269" r:id="rId3"/>
  </p:sldIdLst>
  <p:sldSz cx="10691813" cy="7559675"/>
  <p:notesSz cx="7099300" cy="10234613"/>
  <p:defaultTextStyle>
    <a:defPPr>
      <a:defRPr lang="en-US"/>
    </a:defPPr>
    <a:lvl1pPr marL="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33180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66360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99540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32721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165901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199081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232261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265442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A4A3A4"/>
          </p15:clr>
        </p15:guide>
        <p15:guide id="2" pos="16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3D686-868C-4B06-BD78-2195D1353AD1}" v="1685" dt="2025-11-18T16:57:34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754" autoAdjust="0"/>
    <p:restoredTop sz="94660"/>
  </p:normalViewPr>
  <p:slideViewPr>
    <p:cSldViewPr snapToGrid="0">
      <p:cViewPr varScale="1">
        <p:scale>
          <a:sx n="93" d="100"/>
          <a:sy n="93" d="100"/>
        </p:scale>
        <p:origin x="2370" y="162"/>
      </p:cViewPr>
      <p:guideLst>
        <p:guide orient="horz" pos="1587"/>
        <p:guide pos="16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187" y="1045280"/>
            <a:ext cx="5657751" cy="237522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041" y="5102782"/>
            <a:ext cx="5791399" cy="1892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8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90043" y="4419144"/>
            <a:ext cx="10209196" cy="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80378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4012" y="5571759"/>
            <a:ext cx="2680378" cy="583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8004009" y="6159735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4012" y="746640"/>
            <a:ext cx="2680378" cy="59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8004009" y="1343942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145" y="2918793"/>
            <a:ext cx="1203180" cy="1399497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836145" y="5724836"/>
            <a:ext cx="9855669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6145" y="4480599"/>
            <a:ext cx="9855669" cy="123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6145" y="5727168"/>
            <a:ext cx="6440231" cy="1267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800" b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91317CA8-69DA-9E54-5D66-ECFEC20ECF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80378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19250B-E5C0-18D6-BF2D-97AA6999BC57}"/>
              </a:ext>
            </a:extLst>
          </p:cNvPr>
          <p:cNvCxnSpPr>
            <a:cxnSpLocks/>
          </p:cNvCxnSpPr>
          <p:nvPr userDrawn="1"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95216" y="952542"/>
            <a:ext cx="5972898" cy="104995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7078" y="962405"/>
            <a:ext cx="1012632" cy="104995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1" y="952543"/>
            <a:ext cx="2416314" cy="104528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1" dirty="0">
                <a:solidFill>
                  <a:srgbClr val="22222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7077" y="3257331"/>
            <a:ext cx="1012631" cy="104995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7078" y="5561596"/>
            <a:ext cx="1012630" cy="104995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416315" y="0"/>
            <a:ext cx="0" cy="7559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691813" cy="130661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95216" y="3254860"/>
            <a:ext cx="5972898" cy="104995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95216" y="5557178"/>
            <a:ext cx="5972898" cy="104995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17411"/>
            <a:ext cx="10691813" cy="5882202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834629"/>
            <a:ext cx="10691813" cy="2364984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/>
        </p:nvCxnSpPr>
        <p:spPr>
          <a:xfrm>
            <a:off x="571717" y="4834628"/>
            <a:ext cx="95483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906" y="1317410"/>
            <a:ext cx="5345907" cy="624029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9545033" cy="793324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909404"/>
            <a:ext cx="10691813" cy="467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291168" y="2679594"/>
            <a:ext cx="4109478" cy="22004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9345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57" r:id="rId3"/>
    <p:sldLayoutId id="2147483666" r:id="rId4"/>
    <p:sldLayoutId id="2147483672" r:id="rId5"/>
    <p:sldLayoutId id="2147483673" r:id="rId6"/>
    <p:sldLayoutId id="2147483668" r:id="rId7"/>
    <p:sldLayoutId id="2147483667" r:id="rId8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14" Type="http://schemas.openxmlformats.org/officeDocument/2006/relationships/tags" Target="../tags/tag114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slideLayout" Target="../slideLayouts/slideLayout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AD02AD7-B518-4BB0-9BCC-11F392DC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91813" cy="719689"/>
          </a:xfrm>
        </p:spPr>
        <p:txBody>
          <a:bodyPr/>
          <a:lstStyle/>
          <a:p>
            <a:r>
              <a:rPr lang="en-US" altLang="ja-JP" sz="4400" dirty="0">
                <a:solidFill>
                  <a:srgbClr val="00B0F0"/>
                </a:solidFill>
              </a:rPr>
              <a:t>【</a:t>
            </a:r>
            <a:r>
              <a:rPr lang="ja-JP" altLang="en-US" sz="4400" dirty="0">
                <a:solidFill>
                  <a:srgbClr val="00B0F0"/>
                </a:solidFill>
              </a:rPr>
              <a:t>必読</a:t>
            </a:r>
            <a:r>
              <a:rPr lang="en-US" altLang="ja-JP" sz="4400" dirty="0">
                <a:solidFill>
                  <a:srgbClr val="00B0F0"/>
                </a:solidFill>
              </a:rPr>
              <a:t>】</a:t>
            </a:r>
            <a:r>
              <a:rPr lang="ja-JP" altLang="en-US" sz="4400" dirty="0"/>
              <a:t>はじめに</a:t>
            </a:r>
            <a:r>
              <a:rPr lang="ja-JP" altLang="en-US" sz="2000" dirty="0"/>
              <a:t>（非表示に設定しています．）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CF4430-E139-9592-70F6-CD08475A70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" y="719689"/>
            <a:ext cx="10691812" cy="6839986"/>
          </a:xfrm>
          <a:ln>
            <a:noFill/>
          </a:ln>
        </p:spPr>
        <p:txBody>
          <a:bodyPr anchor="ctr"/>
          <a:lstStyle/>
          <a:p>
            <a:pPr marL="685800" indent="-685800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本スライドは，</a:t>
            </a:r>
            <a:r>
              <a:rPr lang="en-US" altLang="ja-JP" sz="1400" dirty="0">
                <a:latin typeface="+mj-ea"/>
                <a:ea typeface="+mj-ea"/>
              </a:rPr>
              <a:t>Template </a:t>
            </a:r>
            <a:r>
              <a:rPr lang="ja-JP" altLang="en-US" sz="1400" dirty="0">
                <a:latin typeface="+mj-ea"/>
                <a:ea typeface="+mj-ea"/>
              </a:rPr>
              <a:t>として利用しているものである．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タイトルの下に下線があるスライド，ないスライドを</a:t>
            </a:r>
            <a:r>
              <a:rPr lang="ja-JP" altLang="en-US" sz="1400" dirty="0">
                <a:latin typeface="+mn-ea"/>
                <a:ea typeface="+mn-ea"/>
              </a:rPr>
              <a:t>主としている</a:t>
            </a:r>
            <a:r>
              <a:rPr lang="ja-JP" altLang="en-US" sz="1400" dirty="0">
                <a:latin typeface="+mj-ea"/>
                <a:ea typeface="+mj-ea"/>
              </a:rPr>
              <a:t>．できる限り，</a:t>
            </a:r>
            <a:r>
              <a:rPr lang="ja-JP" altLang="en-US" sz="1400" dirty="0">
                <a:latin typeface="+mn-ea"/>
                <a:ea typeface="+mn-ea"/>
              </a:rPr>
              <a:t>効果的に使い分けるように</a:t>
            </a:r>
            <a:r>
              <a:rPr lang="ja-JP" altLang="en-US" sz="1400" dirty="0">
                <a:latin typeface="+mj-ea"/>
                <a:ea typeface="+mj-ea"/>
              </a:rPr>
              <a:t>意識すること．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</a:rPr>
              <a:t>必要ない，使わないスライド</a:t>
            </a:r>
            <a:r>
              <a:rPr lang="ja-JP" altLang="en-US" sz="1400" dirty="0">
                <a:latin typeface="+mj-ea"/>
                <a:ea typeface="+mj-ea"/>
              </a:rPr>
              <a:t>は</a:t>
            </a:r>
            <a:r>
              <a:rPr lang="ja-JP" altLang="en-US" sz="1400" dirty="0">
                <a:latin typeface="+mj-ea"/>
              </a:rPr>
              <a:t>，随時</a:t>
            </a:r>
            <a:r>
              <a:rPr lang="ja-JP" altLang="en-US" sz="1400" dirty="0">
                <a:latin typeface="+mn-ea"/>
              </a:rPr>
              <a:t>削除</a:t>
            </a:r>
            <a:r>
              <a:rPr lang="en-US" altLang="ja-JP" sz="1400" dirty="0">
                <a:latin typeface="+mn-ea"/>
              </a:rPr>
              <a:t>/</a:t>
            </a:r>
            <a:r>
              <a:rPr lang="ja-JP" altLang="en-US" sz="1400" dirty="0">
                <a:latin typeface="+mn-ea"/>
              </a:rPr>
              <a:t>非表示</a:t>
            </a:r>
            <a:r>
              <a:rPr lang="ja-JP" altLang="en-US" sz="1400" dirty="0">
                <a:latin typeface="+mj-ea"/>
              </a:rPr>
              <a:t>に設定</a:t>
            </a:r>
            <a:r>
              <a:rPr lang="ja-JP" altLang="en-US" sz="1400" dirty="0">
                <a:latin typeface="+mn-ea"/>
              </a:rPr>
              <a:t>する</a:t>
            </a:r>
            <a:r>
              <a:rPr lang="ja-JP" altLang="en-US" sz="1400" dirty="0">
                <a:latin typeface="+mj-ea"/>
                <a:ea typeface="+mj-ea"/>
              </a:rPr>
              <a:t>こと</a:t>
            </a:r>
            <a:r>
              <a:rPr lang="ja-JP" altLang="en-US" sz="1400" dirty="0">
                <a:latin typeface="+mj-ea"/>
              </a:rPr>
              <a:t>．</a:t>
            </a:r>
            <a:r>
              <a:rPr lang="ja-JP" altLang="en-US" sz="1400" dirty="0">
                <a:latin typeface="+mj-ea"/>
                <a:ea typeface="+mj-ea"/>
              </a:rPr>
              <a:t>非表示設定は</a:t>
            </a:r>
            <a:r>
              <a:rPr lang="ja-JP" altLang="en-US" sz="1400" dirty="0">
                <a:latin typeface="+mn-ea"/>
                <a:ea typeface="+mn-ea"/>
              </a:rPr>
              <a:t>，提出時に削除する</a:t>
            </a:r>
            <a:r>
              <a:rPr lang="ja-JP" altLang="en-US" sz="1400" dirty="0">
                <a:latin typeface="+mj-ea"/>
                <a:ea typeface="+mj-ea"/>
              </a:rPr>
              <a:t>．</a:t>
            </a:r>
            <a:endParaRPr lang="en-US" altLang="ja-JP" sz="1400" dirty="0">
              <a:latin typeface="+mj-ea"/>
              <a:ea typeface="+mj-ea"/>
            </a:endParaRPr>
          </a:p>
          <a:p>
            <a:pPr marL="685800" indent="-685800">
              <a:buFont typeface="Wingdings" panose="05000000000000000000" pitchFamily="2" charset="2"/>
              <a:buChar char="u"/>
            </a:pPr>
            <a:r>
              <a:rPr lang="ja-JP" altLang="en-US" sz="1400" dirty="0">
                <a:solidFill>
                  <a:schemeClr val="accent4"/>
                </a:solidFill>
                <a:latin typeface="+mn-ea"/>
                <a:ea typeface="+mn-ea"/>
              </a:rPr>
              <a:t>スマートフォンやタブレット端末でのスライドの作成は，一切認めない．</a:t>
            </a:r>
            <a:endParaRPr lang="en-US" altLang="ja-JP" sz="1400" dirty="0">
              <a:solidFill>
                <a:schemeClr val="accent4"/>
              </a:solidFill>
              <a:latin typeface="+mn-ea"/>
              <a:ea typeface="+mn-ea"/>
            </a:endParaRPr>
          </a:p>
          <a:p>
            <a:pPr marL="685800" indent="-685800"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原稿は，</a:t>
            </a:r>
            <a:r>
              <a:rPr lang="ja-JP" altLang="en-US" sz="1400" dirty="0">
                <a:latin typeface="+mn-ea"/>
              </a:rPr>
              <a:t>ノートに書き</a:t>
            </a:r>
            <a:r>
              <a:rPr lang="ja-JP" altLang="en-US" sz="1400" dirty="0">
                <a:latin typeface="+mj-ea"/>
              </a:rPr>
              <a:t>発表者ツールを用いて発表する</a:t>
            </a:r>
            <a:r>
              <a:rPr lang="ja-JP" altLang="en-US" sz="1400" dirty="0">
                <a:latin typeface="+mj-ea"/>
                <a:ea typeface="+mj-ea"/>
              </a:rPr>
              <a:t>こと</a:t>
            </a:r>
            <a:r>
              <a:rPr lang="ja-JP" altLang="en-US" sz="1400" dirty="0">
                <a:latin typeface="+mj-ea"/>
              </a:rPr>
              <a:t>．</a:t>
            </a:r>
            <a:r>
              <a:rPr lang="ja-JP" altLang="en-US" sz="1400" dirty="0">
                <a:solidFill>
                  <a:srgbClr val="00B0F0"/>
                </a:solidFill>
                <a:latin typeface="+mn-ea"/>
              </a:rPr>
              <a:t>紙の原稿を丸読みする行為は，極力控えること．</a:t>
            </a:r>
            <a:endParaRPr lang="en-US" altLang="ja-JP" sz="1400" dirty="0">
              <a:solidFill>
                <a:schemeClr val="accent4"/>
              </a:solidFill>
              <a:latin typeface="+mn-ea"/>
              <a:ea typeface="+mn-ea"/>
            </a:endParaRPr>
          </a:p>
          <a:p>
            <a:pPr marL="685800" indent="-685800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文字の書式設定は，</a:t>
            </a:r>
            <a:r>
              <a:rPr lang="ja-JP" altLang="en-US" sz="1400" dirty="0">
                <a:latin typeface="+mn-ea"/>
                <a:ea typeface="+mn-ea"/>
              </a:rPr>
              <a:t>タイトルが </a:t>
            </a:r>
            <a:r>
              <a:rPr lang="en-US" altLang="ja-JP" sz="1400" dirty="0">
                <a:latin typeface="+mn-ea"/>
                <a:ea typeface="+mn-ea"/>
              </a:rPr>
              <a:t>MS Gothic</a:t>
            </a:r>
            <a:r>
              <a:rPr lang="ja-JP" altLang="en-US" sz="1400" dirty="0">
                <a:latin typeface="+mn-ea"/>
                <a:ea typeface="+mn-ea"/>
              </a:rPr>
              <a:t>，</a:t>
            </a:r>
            <a:r>
              <a:rPr lang="en-US" altLang="ja-JP" sz="1400" dirty="0">
                <a:latin typeface="+mn-ea"/>
                <a:ea typeface="+mn-ea"/>
              </a:rPr>
              <a:t>44 pt </a:t>
            </a:r>
            <a:r>
              <a:rPr lang="ja-JP" altLang="en-US" sz="1400" dirty="0">
                <a:latin typeface="+mn-ea"/>
                <a:ea typeface="+mn-ea"/>
              </a:rPr>
              <a:t>の太字</a:t>
            </a:r>
            <a:r>
              <a:rPr lang="ja-JP" altLang="en-US" sz="1400" dirty="0">
                <a:latin typeface="+mj-ea"/>
                <a:ea typeface="+mj-ea"/>
              </a:rPr>
              <a:t>，</a:t>
            </a:r>
            <a:r>
              <a:rPr lang="ja-JP" altLang="en-US" sz="1400" dirty="0">
                <a:latin typeface="+mn-ea"/>
                <a:ea typeface="+mn-ea"/>
              </a:rPr>
              <a:t>説明が </a:t>
            </a:r>
            <a:r>
              <a:rPr lang="en-US" altLang="ja-JP" sz="1400" dirty="0">
                <a:latin typeface="+mn-ea"/>
                <a:ea typeface="+mn-ea"/>
              </a:rPr>
              <a:t>MS Gothic</a:t>
            </a:r>
            <a:r>
              <a:rPr lang="ja-JP" altLang="en-US" sz="1400" dirty="0">
                <a:latin typeface="+mn-ea"/>
                <a:ea typeface="+mn-ea"/>
              </a:rPr>
              <a:t>，</a:t>
            </a:r>
            <a:r>
              <a:rPr lang="en-US" altLang="ja-JP" sz="1400" dirty="0">
                <a:latin typeface="+mn-ea"/>
                <a:ea typeface="+mn-ea"/>
              </a:rPr>
              <a:t>54 pt </a:t>
            </a:r>
            <a:r>
              <a:rPr lang="ja-JP" altLang="en-US" sz="1400" dirty="0">
                <a:latin typeface="+mn-ea"/>
                <a:ea typeface="+mn-ea"/>
              </a:rPr>
              <a:t>の標準字</a:t>
            </a:r>
            <a:r>
              <a:rPr lang="ja-JP" altLang="en-US" sz="1400" dirty="0">
                <a:latin typeface="+mj-ea"/>
                <a:ea typeface="+mj-ea"/>
              </a:rPr>
              <a:t>（</a:t>
            </a:r>
            <a:r>
              <a:rPr lang="ja-JP" altLang="en-US" sz="1400" b="1" dirty="0">
                <a:latin typeface="+mn-ea"/>
                <a:ea typeface="+mn-ea"/>
              </a:rPr>
              <a:t>太字</a:t>
            </a:r>
            <a:r>
              <a:rPr lang="ja-JP" altLang="en-US" sz="1400" dirty="0">
                <a:latin typeface="+mj-ea"/>
                <a:ea typeface="+mj-ea"/>
              </a:rPr>
              <a:t>や</a:t>
            </a:r>
            <a:r>
              <a:rPr lang="ja-JP" altLang="en-US" sz="1400" i="1" dirty="0">
                <a:latin typeface="+mn-ea"/>
                <a:ea typeface="+mn-ea"/>
              </a:rPr>
              <a:t>斜体</a:t>
            </a:r>
            <a:r>
              <a:rPr lang="ja-JP" altLang="en-US" sz="1400" dirty="0">
                <a:latin typeface="+mj-ea"/>
                <a:ea typeface="+mj-ea"/>
              </a:rPr>
              <a:t>ではない），</a:t>
            </a:r>
            <a:r>
              <a:rPr lang="en-US" altLang="ja-JP" sz="1400" dirty="0">
                <a:latin typeface="+mj-ea"/>
                <a:ea typeface="+mj-ea"/>
              </a:rPr>
              <a:t>URL </a:t>
            </a:r>
            <a:r>
              <a:rPr lang="ja-JP" altLang="en-US" sz="1400" dirty="0">
                <a:latin typeface="+mj-ea"/>
                <a:ea typeface="+mj-ea"/>
              </a:rPr>
              <a:t>が </a:t>
            </a:r>
            <a:r>
              <a:rPr lang="en-US" altLang="ja-JP" sz="1400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Courier New</a:t>
            </a:r>
            <a:r>
              <a:rPr lang="ja-JP" altLang="en-US" sz="1400" dirty="0">
                <a:latin typeface="+mj-ea"/>
                <a:ea typeface="+mj-ea"/>
              </a:rPr>
              <a:t>，</a:t>
            </a:r>
            <a:r>
              <a:rPr lang="en-US" altLang="ja-JP" sz="1400" dirty="0">
                <a:latin typeface="+mj-ea"/>
                <a:ea typeface="+mj-ea"/>
              </a:rPr>
              <a:t>14 pt </a:t>
            </a:r>
            <a:r>
              <a:rPr lang="ja-JP" altLang="en-US" sz="1400" dirty="0">
                <a:latin typeface="+mj-ea"/>
                <a:ea typeface="+mj-ea"/>
              </a:rPr>
              <a:t>の標準字に設定している．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タイトルは入りきらなかった場合のみ，</a:t>
            </a:r>
            <a:r>
              <a:rPr lang="en-US" altLang="ja-JP" sz="1400" dirty="0">
                <a:latin typeface="+mj-ea"/>
                <a:ea typeface="+mj-ea"/>
              </a:rPr>
              <a:t>1 pt</a:t>
            </a:r>
            <a:r>
              <a:rPr lang="ja-JP" altLang="en-US" sz="1400" dirty="0">
                <a:latin typeface="+mj-ea"/>
                <a:ea typeface="+mj-ea"/>
              </a:rPr>
              <a:t>ずつ小さくし</a:t>
            </a:r>
            <a:r>
              <a:rPr lang="ja-JP" altLang="en-US" sz="1400" dirty="0">
                <a:latin typeface="+mn-ea"/>
                <a:ea typeface="+mn-ea"/>
              </a:rPr>
              <a:t>ギリギリ入り切るところまで</a:t>
            </a:r>
            <a:r>
              <a:rPr lang="ja-JP" altLang="en-US" sz="1400" dirty="0">
                <a:latin typeface="+mj-ea"/>
                <a:ea typeface="+mj-ea"/>
              </a:rPr>
              <a:t>にすること．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説明の文字は，</a:t>
            </a:r>
            <a:r>
              <a:rPr lang="ja-JP" altLang="en-US" sz="1400" dirty="0">
                <a:latin typeface="+mn-ea"/>
                <a:ea typeface="+mn-ea"/>
              </a:rPr>
              <a:t>自由に移動や大きさの変更をしても良い</a:t>
            </a:r>
            <a:r>
              <a:rPr lang="ja-JP" altLang="en-US" sz="1400" dirty="0">
                <a:latin typeface="+mj-ea"/>
                <a:ea typeface="+mj-ea"/>
              </a:rPr>
              <a:t>．ただし，</a:t>
            </a:r>
            <a:r>
              <a:rPr lang="ja-JP" altLang="en-US" sz="1400" i="1" dirty="0">
                <a:latin typeface="+mn-ea"/>
                <a:ea typeface="+mn-ea"/>
              </a:rPr>
              <a:t>斜体</a:t>
            </a:r>
            <a:r>
              <a:rPr lang="ja-JP" altLang="en-US" sz="1400" dirty="0">
                <a:latin typeface="+mj-ea"/>
                <a:ea typeface="+mj-ea"/>
              </a:rPr>
              <a:t>や</a:t>
            </a:r>
            <a:r>
              <a:rPr lang="ja-JP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文字の効果</a:t>
            </a:r>
            <a:r>
              <a:rPr lang="ja-JP" altLang="en-US" sz="1400" dirty="0">
                <a:latin typeface="+mj-ea"/>
                <a:ea typeface="+mj-ea"/>
              </a:rPr>
              <a:t>の利用は控えること．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強調の際の文字色に関しては，</a:t>
            </a:r>
            <a:r>
              <a:rPr lang="en-US" altLang="ja-JP" sz="1400" dirty="0">
                <a:solidFill>
                  <a:srgbClr val="00B0F0"/>
                </a:solidFill>
                <a:latin typeface="+mn-ea"/>
                <a:ea typeface="+mn-ea"/>
              </a:rPr>
              <a:t>cyan </a:t>
            </a:r>
            <a:r>
              <a:rPr lang="ja-JP" altLang="en-US" sz="1400" dirty="0">
                <a:latin typeface="+mj-ea"/>
                <a:ea typeface="+mj-ea"/>
              </a:rPr>
              <a:t>か </a:t>
            </a:r>
            <a:r>
              <a:rPr lang="en-US" altLang="ja-JP" sz="1400" dirty="0">
                <a:solidFill>
                  <a:schemeClr val="accent4"/>
                </a:solidFill>
                <a:latin typeface="+mn-ea"/>
                <a:ea typeface="+mn-ea"/>
              </a:rPr>
              <a:t>orange </a:t>
            </a:r>
            <a:r>
              <a:rPr lang="ja-JP" altLang="en-US" sz="1400" dirty="0">
                <a:latin typeface="+mj-ea"/>
                <a:ea typeface="+mj-ea"/>
              </a:rPr>
              <a:t>の </a:t>
            </a:r>
            <a:r>
              <a:rPr lang="en-US" altLang="ja-JP" sz="1400" dirty="0">
                <a:latin typeface="+mj-ea"/>
                <a:ea typeface="+mj-ea"/>
              </a:rPr>
              <a:t>2 </a:t>
            </a:r>
            <a:r>
              <a:rPr lang="ja-JP" altLang="en-US" sz="1400" dirty="0">
                <a:latin typeface="+mj-ea"/>
                <a:ea typeface="+mj-ea"/>
              </a:rPr>
              <a:t>色にし，</a:t>
            </a:r>
            <a:r>
              <a:rPr lang="ja-JP" altLang="en-US" sz="1400" dirty="0">
                <a:latin typeface="+mn-ea"/>
                <a:ea typeface="+mn-ea"/>
              </a:rPr>
              <a:t>それ以外は利用しない</a:t>
            </a:r>
            <a:r>
              <a:rPr lang="ja-JP" altLang="en-US" sz="1400" dirty="0">
                <a:latin typeface="+mj-ea"/>
                <a:ea typeface="+mj-ea"/>
              </a:rPr>
              <a:t>こと（色盲の方への配慮）．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背景に写真を入れる場合には，文字色は </a:t>
            </a:r>
            <a:r>
              <a:rPr lang="en-US" altLang="ja-JP" sz="1400" dirty="0">
                <a:latin typeface="+mn-ea"/>
                <a:ea typeface="+mn-ea"/>
              </a:rPr>
              <a:t>black</a:t>
            </a:r>
            <a:r>
              <a:rPr lang="en-US" altLang="ja-JP" sz="1400" dirty="0">
                <a:latin typeface="+mj-ea"/>
                <a:ea typeface="+mj-ea"/>
              </a:rPr>
              <a:t> </a:t>
            </a:r>
            <a:r>
              <a:rPr lang="ja-JP" altLang="en-US" sz="1400" dirty="0">
                <a:latin typeface="+mj-ea"/>
                <a:ea typeface="+mj-ea"/>
              </a:rPr>
              <a:t>か </a:t>
            </a:r>
            <a:r>
              <a:rPr lang="ja-JP" altLang="en-US" sz="1400" dirty="0">
                <a:highlight>
                  <a:srgbClr val="000000"/>
                </a:highlight>
                <a:latin typeface="+mj-ea"/>
                <a:ea typeface="+mj-ea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highlight>
                  <a:srgbClr val="000000"/>
                </a:highlight>
                <a:latin typeface="+mn-ea"/>
                <a:ea typeface="+mn-ea"/>
              </a:rPr>
              <a:t>white</a:t>
            </a:r>
            <a:r>
              <a:rPr lang="en-US" altLang="ja-JP" sz="1400" dirty="0">
                <a:highlight>
                  <a:srgbClr val="000000"/>
                </a:highlight>
                <a:latin typeface="+mj-ea"/>
                <a:ea typeface="+mj-ea"/>
              </a:rPr>
              <a:t> </a:t>
            </a:r>
            <a:r>
              <a:rPr lang="en-US" altLang="ja-JP" sz="1400" dirty="0">
                <a:latin typeface="+mj-ea"/>
                <a:ea typeface="+mj-ea"/>
              </a:rPr>
              <a:t> </a:t>
            </a:r>
            <a:r>
              <a:rPr lang="ja-JP" altLang="en-US" sz="1400" dirty="0">
                <a:latin typeface="+mj-ea"/>
                <a:ea typeface="+mj-ea"/>
              </a:rPr>
              <a:t>にし，</a:t>
            </a:r>
            <a:r>
              <a:rPr lang="ja-JP" altLang="en-US" sz="1400" dirty="0">
                <a:latin typeface="+mn-ea"/>
                <a:ea typeface="+mn-ea"/>
              </a:rPr>
              <a:t>見やすい方を適応する</a:t>
            </a:r>
            <a:r>
              <a:rPr lang="ja-JP" altLang="en-US" sz="1400" dirty="0">
                <a:latin typeface="+mj-ea"/>
                <a:ea typeface="+mj-ea"/>
              </a:rPr>
              <a:t>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j-ea"/>
                <a:ea typeface="+mj-ea"/>
              </a:rPr>
              <a:t>URL</a:t>
            </a:r>
            <a:r>
              <a:rPr lang="ja-JP" altLang="en-US" sz="1400" dirty="0">
                <a:latin typeface="+mj-ea"/>
                <a:ea typeface="+mj-ea"/>
              </a:rPr>
              <a:t>は参考文献と写真を挿入した場合の</a:t>
            </a:r>
            <a:r>
              <a:rPr lang="ja-JP" altLang="en-US" sz="1400" dirty="0">
                <a:latin typeface="+mn-ea"/>
                <a:ea typeface="+mn-ea"/>
              </a:rPr>
              <a:t>出典を必ず記す</a:t>
            </a:r>
            <a:r>
              <a:rPr lang="ja-JP" altLang="en-US" sz="1400" dirty="0">
                <a:latin typeface="+mj-ea"/>
                <a:ea typeface="+mj-ea"/>
              </a:rPr>
              <a:t>．ない場合は，</a:t>
            </a:r>
            <a:r>
              <a:rPr lang="ja-JP" altLang="en-US" sz="1400" dirty="0">
                <a:latin typeface="+mn-ea"/>
                <a:ea typeface="+mn-ea"/>
              </a:rPr>
              <a:t>テキストボックスを削除する</a:t>
            </a:r>
            <a:r>
              <a:rPr lang="ja-JP" altLang="en-US" sz="1400" dirty="0">
                <a:latin typeface="+mj-ea"/>
                <a:ea typeface="+mj-ea"/>
              </a:rPr>
              <a:t>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714375" indent="-714375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スライドやフォントは，</a:t>
            </a:r>
            <a:r>
              <a:rPr lang="ja-JP" altLang="en-US" sz="1400" dirty="0">
                <a:latin typeface="+mn-ea"/>
                <a:ea typeface="+mn-ea"/>
              </a:rPr>
              <a:t>設定されたもの以外利用しない</a:t>
            </a:r>
            <a:r>
              <a:rPr lang="ja-JP" altLang="en-US" sz="1400" dirty="0">
                <a:latin typeface="+mj-ea"/>
                <a:ea typeface="+mj-ea"/>
              </a:rPr>
              <a:t>こと（互換性の問題）．</a:t>
            </a:r>
            <a:endParaRPr lang="en-US" altLang="ja-JP" sz="1400" dirty="0">
              <a:latin typeface="+mj-ea"/>
              <a:ea typeface="+mj-ea"/>
            </a:endParaRPr>
          </a:p>
          <a:p>
            <a:pPr marL="714375" indent="-714375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画像の拡張子は，ラスタ形式</a:t>
            </a:r>
            <a:r>
              <a:rPr lang="en-US" altLang="ja-JP" sz="1400" dirty="0">
                <a:latin typeface="+mj-ea"/>
                <a:ea typeface="+mj-ea"/>
              </a:rPr>
              <a:t>: </a:t>
            </a:r>
            <a:r>
              <a:rPr lang="en-US" altLang="ja-JP" sz="1400" dirty="0">
                <a:latin typeface="+mn-ea"/>
                <a:ea typeface="+mn-ea"/>
              </a:rPr>
              <a:t>JPG</a:t>
            </a:r>
            <a:r>
              <a:rPr lang="ja-JP" altLang="en-US" sz="1400" dirty="0">
                <a:latin typeface="+mj-ea"/>
                <a:ea typeface="+mj-ea"/>
              </a:rPr>
              <a:t>（</a:t>
            </a:r>
            <a:r>
              <a:rPr lang="en-US" altLang="ja-JP" sz="1400" dirty="0">
                <a:latin typeface="+mj-ea"/>
                <a:ea typeface="+mj-ea"/>
              </a:rPr>
              <a:t>JPEG</a:t>
            </a:r>
            <a:r>
              <a:rPr lang="ja-JP" altLang="en-US" sz="1400" dirty="0">
                <a:latin typeface="+mj-ea"/>
                <a:ea typeface="+mj-ea"/>
              </a:rPr>
              <a:t>），</a:t>
            </a:r>
            <a:r>
              <a:rPr lang="en-US" altLang="ja-JP" sz="1400" dirty="0">
                <a:latin typeface="+mn-ea"/>
                <a:ea typeface="+mn-ea"/>
              </a:rPr>
              <a:t>PNG</a:t>
            </a:r>
            <a:r>
              <a:rPr lang="ja-JP" altLang="en-US" sz="1400" dirty="0">
                <a:latin typeface="+mn-ea"/>
                <a:ea typeface="+mn-ea"/>
              </a:rPr>
              <a:t>，</a:t>
            </a:r>
            <a:r>
              <a:rPr lang="en-US" altLang="ja-JP" sz="1400" dirty="0">
                <a:latin typeface="+mj-ea"/>
              </a:rPr>
              <a:t>GIF</a:t>
            </a:r>
            <a:r>
              <a:rPr lang="ja-JP" altLang="en-US" sz="1400" dirty="0">
                <a:latin typeface="+mj-ea"/>
                <a:ea typeface="+mj-ea"/>
              </a:rPr>
              <a:t>，ベクタ形式</a:t>
            </a:r>
            <a:r>
              <a:rPr lang="en-US" altLang="ja-JP" sz="1400" dirty="0">
                <a:latin typeface="+mj-ea"/>
                <a:ea typeface="+mj-ea"/>
              </a:rPr>
              <a:t>: SVG </a:t>
            </a:r>
            <a:r>
              <a:rPr lang="ja-JP" altLang="en-US" sz="1400" dirty="0">
                <a:latin typeface="+mj-ea"/>
                <a:ea typeface="+mj-ea"/>
              </a:rPr>
              <a:t>を利用すること．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714375" indent="-714375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その他，守るべき項目を次に列挙する．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n-ea"/>
                <a:ea typeface="+mn-ea"/>
              </a:rPr>
              <a:t>1 section - 1 message</a:t>
            </a:r>
          </a:p>
          <a:p>
            <a:pPr marL="1790700"/>
            <a:r>
              <a:rPr lang="en-US" altLang="ja-JP" sz="1400" dirty="0">
                <a:latin typeface="+mj-ea"/>
                <a:ea typeface="+mj-ea"/>
              </a:rPr>
              <a:t>1 </a:t>
            </a:r>
            <a:r>
              <a:rPr lang="ja-JP" altLang="en-US" sz="1400" dirty="0">
                <a:latin typeface="+mj-ea"/>
                <a:ea typeface="+mj-ea"/>
              </a:rPr>
              <a:t>つのセクションで伝えたいことは，</a:t>
            </a:r>
            <a:r>
              <a:rPr lang="en-US" altLang="ja-JP" sz="1400" dirty="0">
                <a:latin typeface="+mn-ea"/>
                <a:ea typeface="+mn-ea"/>
              </a:rPr>
              <a:t>1 </a:t>
            </a:r>
            <a:r>
              <a:rPr lang="ja-JP" altLang="en-US" sz="1400" dirty="0">
                <a:latin typeface="+mn-ea"/>
                <a:ea typeface="+mn-ea"/>
              </a:rPr>
              <a:t>つに絞る</a:t>
            </a:r>
            <a:r>
              <a:rPr lang="ja-JP" altLang="en-US" sz="1400" dirty="0">
                <a:latin typeface="+mj-ea"/>
                <a:ea typeface="+mj-ea"/>
              </a:rPr>
              <a:t>こと．たくさん詰め込むと，本来の伝えたいことが曖昧になり，</a:t>
            </a:r>
            <a:r>
              <a:rPr lang="ja-JP" altLang="en-US" sz="1400" dirty="0">
                <a:latin typeface="+mn-ea"/>
                <a:ea typeface="+mn-ea"/>
              </a:rPr>
              <a:t>意図や本質が伝わらなくなる</a:t>
            </a:r>
            <a:r>
              <a:rPr lang="ja-JP" altLang="en-US" sz="1400" dirty="0">
                <a:latin typeface="+mj-ea"/>
                <a:ea typeface="+mj-ea"/>
              </a:rPr>
              <a:t>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n-ea"/>
                <a:ea typeface="+mn-ea"/>
              </a:rPr>
              <a:t>1 slide - 30% contents</a:t>
            </a:r>
          </a:p>
          <a:p>
            <a:pPr marL="1790700"/>
            <a:r>
              <a:rPr lang="en-US" altLang="ja-JP" sz="1400" dirty="0">
                <a:latin typeface="+mj-ea"/>
                <a:ea typeface="+mj-ea"/>
              </a:rPr>
              <a:t>1 </a:t>
            </a:r>
            <a:r>
              <a:rPr lang="ja-JP" altLang="en-US" sz="1400" dirty="0">
                <a:latin typeface="+mj-ea"/>
                <a:ea typeface="+mj-ea"/>
              </a:rPr>
              <a:t>つのスライドに，</a:t>
            </a:r>
            <a:r>
              <a:rPr lang="en-US" altLang="ja-JP" sz="1400" dirty="0">
                <a:latin typeface="+mn-ea"/>
                <a:ea typeface="+mn-ea"/>
              </a:rPr>
              <a:t>30% </a:t>
            </a:r>
            <a:r>
              <a:rPr lang="ja-JP" altLang="en-US" sz="1400" dirty="0">
                <a:latin typeface="+mn-ea"/>
                <a:ea typeface="+mn-ea"/>
              </a:rPr>
              <a:t>の内容しか載せない</a:t>
            </a:r>
            <a:r>
              <a:rPr lang="ja-JP" altLang="en-US" sz="1400" dirty="0">
                <a:latin typeface="+mj-ea"/>
                <a:ea typeface="+mj-ea"/>
              </a:rPr>
              <a:t>こと．発表においてスライドは，口頭説明を</a:t>
            </a:r>
            <a:r>
              <a:rPr lang="ja-JP" altLang="en-US" sz="1400" dirty="0">
                <a:latin typeface="+mn-ea"/>
                <a:ea typeface="+mn-ea"/>
              </a:rPr>
              <a:t>模式的に表現したもの</a:t>
            </a:r>
            <a:r>
              <a:rPr lang="ja-JP" altLang="en-US" sz="1400" dirty="0">
                <a:latin typeface="+mj-ea"/>
                <a:ea typeface="+mj-ea"/>
              </a:rPr>
              <a:t>であり，補助的なものである．スライドだけで完成してしまうのであれば，わざわざ発表するまでもないだろう．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n-ea"/>
                <a:ea typeface="+mn-ea"/>
              </a:rPr>
              <a:t>Divide and conquer</a:t>
            </a:r>
          </a:p>
          <a:p>
            <a:pPr marL="1790700"/>
            <a:r>
              <a:rPr lang="ja-JP" altLang="en-US" sz="1400" dirty="0">
                <a:latin typeface="+mj-ea"/>
                <a:ea typeface="+mj-ea"/>
              </a:rPr>
              <a:t>説明と図は</a:t>
            </a:r>
            <a:r>
              <a:rPr lang="ja-JP" altLang="en-US" sz="1400" dirty="0">
                <a:latin typeface="+mn-ea"/>
                <a:ea typeface="+mn-ea"/>
              </a:rPr>
              <a:t>できるだけスライドごと分ける</a:t>
            </a:r>
            <a:r>
              <a:rPr lang="ja-JP" altLang="en-US" sz="1400" dirty="0">
                <a:latin typeface="+mj-ea"/>
                <a:ea typeface="+mj-ea"/>
              </a:rPr>
              <a:t>こと．説明していない内容が目に入るだけで，</a:t>
            </a:r>
            <a:r>
              <a:rPr lang="ja-JP" altLang="en-US" sz="1400" dirty="0">
                <a:latin typeface="+mn-ea"/>
                <a:ea typeface="+mn-ea"/>
              </a:rPr>
              <a:t>内容が複雑化し</a:t>
            </a:r>
            <a:r>
              <a:rPr lang="ja-JP" altLang="en-US" sz="1400" dirty="0">
                <a:latin typeface="+mj-ea"/>
                <a:ea typeface="+mj-ea"/>
              </a:rPr>
              <a:t>理解が追い付かなくなる場合が多々ある．そのため，アニメーションやスライドを分けたりして，</a:t>
            </a:r>
            <a:r>
              <a:rPr lang="ja-JP" altLang="en-US" sz="1400" dirty="0">
                <a:latin typeface="+mn-ea"/>
                <a:ea typeface="+mn-ea"/>
              </a:rPr>
              <a:t>今話しているところを明確化する</a:t>
            </a:r>
            <a:r>
              <a:rPr lang="ja-JP" altLang="en-US" sz="1400" dirty="0">
                <a:latin typeface="+mj-ea"/>
                <a:ea typeface="+mj-ea"/>
              </a:rPr>
              <a:t>必要がある．</a:t>
            </a:r>
            <a:endParaRPr lang="en-US" altLang="ja-JP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085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7F37951-EA1D-267A-B053-74608922221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08E5F78-A57E-89CE-5527-68B58EA0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4400" dirty="0"/>
              <a:t>各数式の説明</a:t>
            </a:r>
            <a:r>
              <a:rPr lang="ja-JP" altLang="en-US" sz="2000" dirty="0"/>
              <a:t>（非表示に設定しています．）</a:t>
            </a:r>
          </a:p>
        </p:txBody>
      </p:sp>
      <p:grpSp>
        <p:nvGrpSpPr>
          <p:cNvPr id="6" name="グループ化 5" descr="\documentclass{article}&#10;\usepackage{amsmath,bm}&#10;\pagestyle{empty}&#10;\begin{document}&#10;&#10;$E= mc^2 = h\nu$&#10;&#10;&#10;\end{document}" title="IguanaTex Vector Display">
            <a:extLst>
              <a:ext uri="{FF2B5EF4-FFF2-40B4-BE49-F238E27FC236}">
                <a16:creationId xmlns:a16="http://schemas.microsoft.com/office/drawing/2014/main" id="{BA502AA5-0D76-298E-0588-17CBF8C3D48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47960" y="2166896"/>
            <a:ext cx="2223816" cy="307020"/>
            <a:chOff x="2540000" y="2540000"/>
            <a:chExt cx="1276351" cy="176213"/>
          </a:xfrm>
        </p:grpSpPr>
        <p:sp>
          <p:nvSpPr>
            <p:cNvPr id="7" name="Freeform 91 1">
              <a:extLst>
                <a:ext uri="{FF2B5EF4-FFF2-40B4-BE49-F238E27FC236}">
                  <a16:creationId xmlns:a16="http://schemas.microsoft.com/office/drawing/2014/main" id="{A7096203-3402-544C-F0E8-10E8CB5C1D3D}"/>
                </a:ext>
              </a:extLst>
            </p:cNvPr>
            <p:cNvSpPr>
              <a:spLocks/>
            </p:cNvSpPr>
            <p:nvPr>
              <p:custDataLst>
                <p:tags r:id="rId107"/>
              </p:custDataLst>
            </p:nvPr>
          </p:nvSpPr>
          <p:spPr bwMode="auto">
            <a:xfrm>
              <a:off x="2540000" y="2571750"/>
              <a:ext cx="147638" cy="142875"/>
            </a:xfrm>
            <a:custGeom>
              <a:avLst/>
              <a:gdLst>
                <a:gd name="T0" fmla="*/ 334 w 363"/>
                <a:gd name="T1" fmla="*/ 223 h 339"/>
                <a:gd name="T2" fmla="*/ 336 w 363"/>
                <a:gd name="T3" fmla="*/ 216 h 339"/>
                <a:gd name="T4" fmla="*/ 330 w 363"/>
                <a:gd name="T5" fmla="*/ 210 h 339"/>
                <a:gd name="T6" fmla="*/ 324 w 363"/>
                <a:gd name="T7" fmla="*/ 216 h 339"/>
                <a:gd name="T8" fmla="*/ 188 w 363"/>
                <a:gd name="T9" fmla="*/ 323 h 339"/>
                <a:gd name="T10" fmla="*/ 115 w 363"/>
                <a:gd name="T11" fmla="*/ 323 h 339"/>
                <a:gd name="T12" fmla="*/ 104 w 363"/>
                <a:gd name="T13" fmla="*/ 323 h 339"/>
                <a:gd name="T14" fmla="*/ 98 w 363"/>
                <a:gd name="T15" fmla="*/ 318 h 339"/>
                <a:gd name="T16" fmla="*/ 100 w 363"/>
                <a:gd name="T17" fmla="*/ 306 h 339"/>
                <a:gd name="T18" fmla="*/ 134 w 363"/>
                <a:gd name="T19" fmla="*/ 170 h 339"/>
                <a:gd name="T20" fmla="*/ 183 w 363"/>
                <a:gd name="T21" fmla="*/ 170 h 339"/>
                <a:gd name="T22" fmla="*/ 226 w 363"/>
                <a:gd name="T23" fmla="*/ 193 h 339"/>
                <a:gd name="T24" fmla="*/ 222 w 363"/>
                <a:gd name="T25" fmla="*/ 218 h 339"/>
                <a:gd name="T26" fmla="*/ 221 w 363"/>
                <a:gd name="T27" fmla="*/ 223 h 339"/>
                <a:gd name="T28" fmla="*/ 227 w 363"/>
                <a:gd name="T29" fmla="*/ 229 h 339"/>
                <a:gd name="T30" fmla="*/ 235 w 363"/>
                <a:gd name="T31" fmla="*/ 219 h 339"/>
                <a:gd name="T32" fmla="*/ 263 w 363"/>
                <a:gd name="T33" fmla="*/ 102 h 339"/>
                <a:gd name="T34" fmla="*/ 257 w 363"/>
                <a:gd name="T35" fmla="*/ 96 h 339"/>
                <a:gd name="T36" fmla="*/ 250 w 363"/>
                <a:gd name="T37" fmla="*/ 105 h 339"/>
                <a:gd name="T38" fmla="*/ 185 w 363"/>
                <a:gd name="T39" fmla="*/ 155 h 339"/>
                <a:gd name="T40" fmla="*/ 138 w 363"/>
                <a:gd name="T41" fmla="*/ 155 h 339"/>
                <a:gd name="T42" fmla="*/ 168 w 363"/>
                <a:gd name="T43" fmla="*/ 34 h 339"/>
                <a:gd name="T44" fmla="*/ 195 w 363"/>
                <a:gd name="T45" fmla="*/ 15 h 339"/>
                <a:gd name="T46" fmla="*/ 265 w 363"/>
                <a:gd name="T47" fmla="*/ 15 h 339"/>
                <a:gd name="T48" fmla="*/ 341 w 363"/>
                <a:gd name="T49" fmla="*/ 70 h 339"/>
                <a:gd name="T50" fmla="*/ 339 w 363"/>
                <a:gd name="T51" fmla="*/ 97 h 339"/>
                <a:gd name="T52" fmla="*/ 338 w 363"/>
                <a:gd name="T53" fmla="*/ 106 h 339"/>
                <a:gd name="T54" fmla="*/ 344 w 363"/>
                <a:gd name="T55" fmla="*/ 112 h 339"/>
                <a:gd name="T56" fmla="*/ 351 w 363"/>
                <a:gd name="T57" fmla="*/ 99 h 339"/>
                <a:gd name="T58" fmla="*/ 361 w 363"/>
                <a:gd name="T59" fmla="*/ 13 h 339"/>
                <a:gd name="T60" fmla="*/ 348 w 363"/>
                <a:gd name="T61" fmla="*/ 0 h 339"/>
                <a:gd name="T62" fmla="*/ 96 w 363"/>
                <a:gd name="T63" fmla="*/ 0 h 339"/>
                <a:gd name="T64" fmla="*/ 81 w 363"/>
                <a:gd name="T65" fmla="*/ 10 h 339"/>
                <a:gd name="T66" fmla="*/ 95 w 363"/>
                <a:gd name="T67" fmla="*/ 15 h 339"/>
                <a:gd name="T68" fmla="*/ 127 w 363"/>
                <a:gd name="T69" fmla="*/ 24 h 339"/>
                <a:gd name="T70" fmla="*/ 125 w 363"/>
                <a:gd name="T71" fmla="*/ 36 h 339"/>
                <a:gd name="T72" fmla="*/ 59 w 363"/>
                <a:gd name="T73" fmla="*/ 300 h 339"/>
                <a:gd name="T74" fmla="*/ 14 w 363"/>
                <a:gd name="T75" fmla="*/ 323 h 339"/>
                <a:gd name="T76" fmla="*/ 0 w 363"/>
                <a:gd name="T77" fmla="*/ 333 h 339"/>
                <a:gd name="T78" fmla="*/ 14 w 363"/>
                <a:gd name="T79" fmla="*/ 339 h 339"/>
                <a:gd name="T80" fmla="*/ 272 w 363"/>
                <a:gd name="T81" fmla="*/ 339 h 339"/>
                <a:gd name="T82" fmla="*/ 288 w 363"/>
                <a:gd name="T83" fmla="*/ 330 h 339"/>
                <a:gd name="T84" fmla="*/ 334 w 363"/>
                <a:gd name="T85" fmla="*/ 223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63" h="339">
                  <a:moveTo>
                    <a:pt x="334" y="223"/>
                  </a:moveTo>
                  <a:cubicBezTo>
                    <a:pt x="335" y="220"/>
                    <a:pt x="336" y="217"/>
                    <a:pt x="336" y="216"/>
                  </a:cubicBezTo>
                  <a:cubicBezTo>
                    <a:pt x="336" y="215"/>
                    <a:pt x="336" y="210"/>
                    <a:pt x="330" y="210"/>
                  </a:cubicBezTo>
                  <a:cubicBezTo>
                    <a:pt x="326" y="210"/>
                    <a:pt x="325" y="213"/>
                    <a:pt x="324" y="216"/>
                  </a:cubicBezTo>
                  <a:cubicBezTo>
                    <a:pt x="291" y="290"/>
                    <a:pt x="273" y="323"/>
                    <a:pt x="188" y="323"/>
                  </a:cubicBezTo>
                  <a:lnTo>
                    <a:pt x="115" y="323"/>
                  </a:lnTo>
                  <a:cubicBezTo>
                    <a:pt x="108" y="323"/>
                    <a:pt x="107" y="323"/>
                    <a:pt x="104" y="323"/>
                  </a:cubicBezTo>
                  <a:cubicBezTo>
                    <a:pt x="99" y="322"/>
                    <a:pt x="98" y="322"/>
                    <a:pt x="98" y="318"/>
                  </a:cubicBezTo>
                  <a:cubicBezTo>
                    <a:pt x="98" y="316"/>
                    <a:pt x="98" y="315"/>
                    <a:pt x="100" y="306"/>
                  </a:cubicBezTo>
                  <a:lnTo>
                    <a:pt x="134" y="170"/>
                  </a:lnTo>
                  <a:lnTo>
                    <a:pt x="183" y="170"/>
                  </a:lnTo>
                  <a:cubicBezTo>
                    <a:pt x="226" y="170"/>
                    <a:pt x="226" y="181"/>
                    <a:pt x="226" y="193"/>
                  </a:cubicBezTo>
                  <a:cubicBezTo>
                    <a:pt x="226" y="197"/>
                    <a:pt x="226" y="203"/>
                    <a:pt x="222" y="218"/>
                  </a:cubicBezTo>
                  <a:cubicBezTo>
                    <a:pt x="221" y="220"/>
                    <a:pt x="221" y="222"/>
                    <a:pt x="221" y="223"/>
                  </a:cubicBezTo>
                  <a:cubicBezTo>
                    <a:pt x="221" y="226"/>
                    <a:pt x="223" y="229"/>
                    <a:pt x="227" y="229"/>
                  </a:cubicBezTo>
                  <a:cubicBezTo>
                    <a:pt x="231" y="229"/>
                    <a:pt x="233" y="226"/>
                    <a:pt x="235" y="219"/>
                  </a:cubicBezTo>
                  <a:lnTo>
                    <a:pt x="263" y="102"/>
                  </a:lnTo>
                  <a:cubicBezTo>
                    <a:pt x="263" y="99"/>
                    <a:pt x="260" y="96"/>
                    <a:pt x="257" y="96"/>
                  </a:cubicBezTo>
                  <a:cubicBezTo>
                    <a:pt x="252" y="96"/>
                    <a:pt x="251" y="99"/>
                    <a:pt x="250" y="105"/>
                  </a:cubicBezTo>
                  <a:cubicBezTo>
                    <a:pt x="240" y="143"/>
                    <a:pt x="231" y="155"/>
                    <a:pt x="185" y="155"/>
                  </a:cubicBezTo>
                  <a:lnTo>
                    <a:pt x="138" y="155"/>
                  </a:lnTo>
                  <a:lnTo>
                    <a:pt x="168" y="34"/>
                  </a:lnTo>
                  <a:cubicBezTo>
                    <a:pt x="172" y="17"/>
                    <a:pt x="173" y="15"/>
                    <a:pt x="195" y="15"/>
                  </a:cubicBezTo>
                  <a:lnTo>
                    <a:pt x="265" y="15"/>
                  </a:lnTo>
                  <a:cubicBezTo>
                    <a:pt x="326" y="15"/>
                    <a:pt x="341" y="30"/>
                    <a:pt x="341" y="70"/>
                  </a:cubicBezTo>
                  <a:cubicBezTo>
                    <a:pt x="341" y="82"/>
                    <a:pt x="341" y="83"/>
                    <a:pt x="339" y="97"/>
                  </a:cubicBezTo>
                  <a:cubicBezTo>
                    <a:pt x="339" y="100"/>
                    <a:pt x="338" y="103"/>
                    <a:pt x="338" y="106"/>
                  </a:cubicBezTo>
                  <a:cubicBezTo>
                    <a:pt x="338" y="108"/>
                    <a:pt x="340" y="112"/>
                    <a:pt x="344" y="112"/>
                  </a:cubicBezTo>
                  <a:cubicBezTo>
                    <a:pt x="350" y="112"/>
                    <a:pt x="350" y="109"/>
                    <a:pt x="351" y="99"/>
                  </a:cubicBezTo>
                  <a:lnTo>
                    <a:pt x="361" y="13"/>
                  </a:lnTo>
                  <a:cubicBezTo>
                    <a:pt x="363" y="0"/>
                    <a:pt x="360" y="0"/>
                    <a:pt x="348" y="0"/>
                  </a:cubicBezTo>
                  <a:lnTo>
                    <a:pt x="96" y="0"/>
                  </a:lnTo>
                  <a:cubicBezTo>
                    <a:pt x="86" y="0"/>
                    <a:pt x="81" y="0"/>
                    <a:pt x="81" y="10"/>
                  </a:cubicBezTo>
                  <a:cubicBezTo>
                    <a:pt x="81" y="15"/>
                    <a:pt x="86" y="15"/>
                    <a:pt x="95" y="15"/>
                  </a:cubicBezTo>
                  <a:cubicBezTo>
                    <a:pt x="113" y="15"/>
                    <a:pt x="127" y="15"/>
                    <a:pt x="127" y="24"/>
                  </a:cubicBezTo>
                  <a:cubicBezTo>
                    <a:pt x="127" y="26"/>
                    <a:pt x="127" y="27"/>
                    <a:pt x="125" y="36"/>
                  </a:cubicBezTo>
                  <a:lnTo>
                    <a:pt x="59" y="300"/>
                  </a:lnTo>
                  <a:cubicBezTo>
                    <a:pt x="54" y="319"/>
                    <a:pt x="53" y="323"/>
                    <a:pt x="14" y="323"/>
                  </a:cubicBezTo>
                  <a:cubicBezTo>
                    <a:pt x="5" y="323"/>
                    <a:pt x="0" y="323"/>
                    <a:pt x="0" y="333"/>
                  </a:cubicBezTo>
                  <a:cubicBezTo>
                    <a:pt x="0" y="339"/>
                    <a:pt x="4" y="339"/>
                    <a:pt x="14" y="339"/>
                  </a:cubicBezTo>
                  <a:lnTo>
                    <a:pt x="272" y="339"/>
                  </a:lnTo>
                  <a:cubicBezTo>
                    <a:pt x="284" y="339"/>
                    <a:pt x="284" y="338"/>
                    <a:pt x="288" y="330"/>
                  </a:cubicBezTo>
                  <a:lnTo>
                    <a:pt x="334" y="22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" name="Freeform 92 1">
              <a:extLst>
                <a:ext uri="{FF2B5EF4-FFF2-40B4-BE49-F238E27FC236}">
                  <a16:creationId xmlns:a16="http://schemas.microsoft.com/office/drawing/2014/main" id="{1CEF0660-5692-84B8-9867-FC01AA83FDD4}"/>
                </a:ext>
              </a:extLst>
            </p:cNvPr>
            <p:cNvSpPr>
              <a:spLocks noEditPoints="1"/>
            </p:cNvSpPr>
            <p:nvPr>
              <p:custDataLst>
                <p:tags r:id="rId108"/>
              </p:custDataLst>
            </p:nvPr>
          </p:nvSpPr>
          <p:spPr bwMode="auto">
            <a:xfrm>
              <a:off x="2762250" y="2636838"/>
              <a:ext cx="134938" cy="49213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4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6 w 331"/>
                <a:gd name="T11" fmla="*/ 20 h 116"/>
                <a:gd name="T12" fmla="*/ 314 w 331"/>
                <a:gd name="T13" fmla="*/ 20 h 116"/>
                <a:gd name="T14" fmla="*/ 314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6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4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1" y="20"/>
                    <a:pt x="331" y="20"/>
                    <a:pt x="331" y="10"/>
                  </a:cubicBezTo>
                  <a:cubicBezTo>
                    <a:pt x="331" y="0"/>
                    <a:pt x="321" y="0"/>
                    <a:pt x="314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6" y="20"/>
                  </a:cubicBezTo>
                  <a:lnTo>
                    <a:pt x="314" y="20"/>
                  </a:lnTo>
                  <a:close/>
                  <a:moveTo>
                    <a:pt x="314" y="116"/>
                  </a:moveTo>
                  <a:cubicBezTo>
                    <a:pt x="321" y="116"/>
                    <a:pt x="331" y="116"/>
                    <a:pt x="331" y="106"/>
                  </a:cubicBezTo>
                  <a:cubicBezTo>
                    <a:pt x="331" y="96"/>
                    <a:pt x="321" y="96"/>
                    <a:pt x="314" y="96"/>
                  </a:cubicBezTo>
                  <a:lnTo>
                    <a:pt x="16" y="96"/>
                  </a:lnTo>
                  <a:cubicBezTo>
                    <a:pt x="9" y="96"/>
                    <a:pt x="0" y="96"/>
                    <a:pt x="0" y="106"/>
                  </a:cubicBezTo>
                  <a:cubicBezTo>
                    <a:pt x="0" y="116"/>
                    <a:pt x="9" y="116"/>
                    <a:pt x="16" y="116"/>
                  </a:cubicBezTo>
                  <a:lnTo>
                    <a:pt x="314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" name="Freeform 93 1">
              <a:extLst>
                <a:ext uri="{FF2B5EF4-FFF2-40B4-BE49-F238E27FC236}">
                  <a16:creationId xmlns:a16="http://schemas.microsoft.com/office/drawing/2014/main" id="{1C9054C1-80EA-325F-4014-A07B1380E49B}"/>
                </a:ext>
              </a:extLst>
            </p:cNvPr>
            <p:cNvSpPr>
              <a:spLocks/>
            </p:cNvSpPr>
            <p:nvPr>
              <p:custDataLst>
                <p:tags r:id="rId109"/>
              </p:custDataLst>
            </p:nvPr>
          </p:nvSpPr>
          <p:spPr bwMode="auto">
            <a:xfrm>
              <a:off x="2970213" y="2620963"/>
              <a:ext cx="166688" cy="95250"/>
            </a:xfrm>
            <a:custGeom>
              <a:avLst/>
              <a:gdLst>
                <a:gd name="T0" fmla="*/ 29 w 408"/>
                <a:gd name="T1" fmla="*/ 191 h 226"/>
                <a:gd name="T2" fmla="*/ 25 w 408"/>
                <a:gd name="T3" fmla="*/ 213 h 226"/>
                <a:gd name="T4" fmla="*/ 39 w 408"/>
                <a:gd name="T5" fmla="*/ 226 h 226"/>
                <a:gd name="T6" fmla="*/ 58 w 408"/>
                <a:gd name="T7" fmla="*/ 212 h 226"/>
                <a:gd name="T8" fmla="*/ 67 w 408"/>
                <a:gd name="T9" fmla="*/ 175 h 226"/>
                <a:gd name="T10" fmla="*/ 78 w 408"/>
                <a:gd name="T11" fmla="*/ 130 h 226"/>
                <a:gd name="T12" fmla="*/ 87 w 408"/>
                <a:gd name="T13" fmla="*/ 97 h 226"/>
                <a:gd name="T14" fmla="*/ 93 w 408"/>
                <a:gd name="T15" fmla="*/ 72 h 226"/>
                <a:gd name="T16" fmla="*/ 174 w 408"/>
                <a:gd name="T17" fmla="*/ 11 h 226"/>
                <a:gd name="T18" fmla="*/ 201 w 408"/>
                <a:gd name="T19" fmla="*/ 46 h 226"/>
                <a:gd name="T20" fmla="*/ 194 w 408"/>
                <a:gd name="T21" fmla="*/ 88 h 226"/>
                <a:gd name="T22" fmla="*/ 180 w 408"/>
                <a:gd name="T23" fmla="*/ 145 h 226"/>
                <a:gd name="T24" fmla="*/ 170 w 408"/>
                <a:gd name="T25" fmla="*/ 183 h 226"/>
                <a:gd name="T26" fmla="*/ 163 w 408"/>
                <a:gd name="T27" fmla="*/ 213 h 226"/>
                <a:gd name="T28" fmla="*/ 178 w 408"/>
                <a:gd name="T29" fmla="*/ 226 h 226"/>
                <a:gd name="T30" fmla="*/ 200 w 408"/>
                <a:gd name="T31" fmla="*/ 198 h 226"/>
                <a:gd name="T32" fmla="*/ 230 w 408"/>
                <a:gd name="T33" fmla="*/ 78 h 226"/>
                <a:gd name="T34" fmla="*/ 312 w 408"/>
                <a:gd name="T35" fmla="*/ 11 h 226"/>
                <a:gd name="T36" fmla="*/ 339 w 408"/>
                <a:gd name="T37" fmla="*/ 46 h 226"/>
                <a:gd name="T38" fmla="*/ 308 w 408"/>
                <a:gd name="T39" fmla="*/ 158 h 226"/>
                <a:gd name="T40" fmla="*/ 302 w 408"/>
                <a:gd name="T41" fmla="*/ 185 h 226"/>
                <a:gd name="T42" fmla="*/ 343 w 408"/>
                <a:gd name="T43" fmla="*/ 226 h 226"/>
                <a:gd name="T44" fmla="*/ 408 w 408"/>
                <a:gd name="T45" fmla="*/ 149 h 226"/>
                <a:gd name="T46" fmla="*/ 402 w 408"/>
                <a:gd name="T47" fmla="*/ 144 h 226"/>
                <a:gd name="T48" fmla="*/ 395 w 408"/>
                <a:gd name="T49" fmla="*/ 153 h 226"/>
                <a:gd name="T50" fmla="*/ 344 w 408"/>
                <a:gd name="T51" fmla="*/ 215 h 226"/>
                <a:gd name="T52" fmla="*/ 332 w 408"/>
                <a:gd name="T53" fmla="*/ 199 h 226"/>
                <a:gd name="T54" fmla="*/ 341 w 408"/>
                <a:gd name="T55" fmla="*/ 163 h 226"/>
                <a:gd name="T56" fmla="*/ 371 w 408"/>
                <a:gd name="T57" fmla="*/ 54 h 226"/>
                <a:gd name="T58" fmla="*/ 314 w 408"/>
                <a:gd name="T59" fmla="*/ 0 h 226"/>
                <a:gd name="T60" fmla="*/ 233 w 408"/>
                <a:gd name="T61" fmla="*/ 49 h 226"/>
                <a:gd name="T62" fmla="*/ 217 w 408"/>
                <a:gd name="T63" fmla="*/ 13 h 226"/>
                <a:gd name="T64" fmla="*/ 176 w 408"/>
                <a:gd name="T65" fmla="*/ 0 h 226"/>
                <a:gd name="T66" fmla="*/ 98 w 408"/>
                <a:gd name="T67" fmla="*/ 44 h 226"/>
                <a:gd name="T68" fmla="*/ 52 w 408"/>
                <a:gd name="T69" fmla="*/ 0 h 226"/>
                <a:gd name="T70" fmla="*/ 15 w 408"/>
                <a:gd name="T71" fmla="*/ 29 h 226"/>
                <a:gd name="T72" fmla="*/ 0 w 408"/>
                <a:gd name="T73" fmla="*/ 77 h 226"/>
                <a:gd name="T74" fmla="*/ 6 w 408"/>
                <a:gd name="T75" fmla="*/ 82 h 226"/>
                <a:gd name="T76" fmla="*/ 14 w 408"/>
                <a:gd name="T77" fmla="*/ 71 h 226"/>
                <a:gd name="T78" fmla="*/ 51 w 408"/>
                <a:gd name="T79" fmla="*/ 11 h 226"/>
                <a:gd name="T80" fmla="*/ 66 w 408"/>
                <a:gd name="T81" fmla="*/ 34 h 226"/>
                <a:gd name="T82" fmla="*/ 58 w 408"/>
                <a:gd name="T83" fmla="*/ 76 h 226"/>
                <a:gd name="T84" fmla="*/ 29 w 408"/>
                <a:gd name="T8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59"/>
                    <a:pt x="198" y="73"/>
                    <a:pt x="194" y="88"/>
                  </a:cubicBezTo>
                  <a:lnTo>
                    <a:pt x="180" y="145"/>
                  </a:lnTo>
                  <a:lnTo>
                    <a:pt x="170" y="183"/>
                  </a:lnTo>
                  <a:cubicBezTo>
                    <a:pt x="168" y="193"/>
                    <a:pt x="163" y="210"/>
                    <a:pt x="163" y="213"/>
                  </a:cubicBezTo>
                  <a:cubicBezTo>
                    <a:pt x="163" y="222"/>
                    <a:pt x="170" y="226"/>
                    <a:pt x="178" y="226"/>
                  </a:cubicBezTo>
                  <a:cubicBezTo>
                    <a:pt x="193" y="226"/>
                    <a:pt x="196" y="214"/>
                    <a:pt x="200" y="198"/>
                  </a:cubicBezTo>
                  <a:cubicBezTo>
                    <a:pt x="207" y="170"/>
                    <a:pt x="226" y="97"/>
                    <a:pt x="230" y="78"/>
                  </a:cubicBezTo>
                  <a:cubicBezTo>
                    <a:pt x="232" y="71"/>
                    <a:pt x="258" y="11"/>
                    <a:pt x="312" y="11"/>
                  </a:cubicBezTo>
                  <a:cubicBezTo>
                    <a:pt x="334" y="11"/>
                    <a:pt x="339" y="28"/>
                    <a:pt x="339" y="46"/>
                  </a:cubicBezTo>
                  <a:cubicBezTo>
                    <a:pt x="339" y="75"/>
                    <a:pt x="318" y="131"/>
                    <a:pt x="308" y="158"/>
                  </a:cubicBezTo>
                  <a:cubicBezTo>
                    <a:pt x="304" y="170"/>
                    <a:pt x="302" y="175"/>
                    <a:pt x="302" y="185"/>
                  </a:cubicBezTo>
                  <a:cubicBezTo>
                    <a:pt x="302" y="209"/>
                    <a:pt x="319" y="226"/>
                    <a:pt x="343" y="226"/>
                  </a:cubicBezTo>
                  <a:cubicBezTo>
                    <a:pt x="390" y="226"/>
                    <a:pt x="408" y="153"/>
                    <a:pt x="408" y="149"/>
                  </a:cubicBezTo>
                  <a:cubicBezTo>
                    <a:pt x="408" y="144"/>
                    <a:pt x="404" y="144"/>
                    <a:pt x="402" y="144"/>
                  </a:cubicBezTo>
                  <a:cubicBezTo>
                    <a:pt x="397" y="144"/>
                    <a:pt x="397" y="146"/>
                    <a:pt x="395" y="153"/>
                  </a:cubicBezTo>
                  <a:cubicBezTo>
                    <a:pt x="387" y="180"/>
                    <a:pt x="371" y="215"/>
                    <a:pt x="344" y="215"/>
                  </a:cubicBezTo>
                  <a:cubicBezTo>
                    <a:pt x="335" y="215"/>
                    <a:pt x="332" y="210"/>
                    <a:pt x="332" y="199"/>
                  </a:cubicBezTo>
                  <a:cubicBezTo>
                    <a:pt x="332" y="186"/>
                    <a:pt x="336" y="174"/>
                    <a:pt x="341" y="163"/>
                  </a:cubicBezTo>
                  <a:cubicBezTo>
                    <a:pt x="350" y="137"/>
                    <a:pt x="371" y="82"/>
                    <a:pt x="371" y="54"/>
                  </a:cubicBezTo>
                  <a:cubicBezTo>
                    <a:pt x="371" y="21"/>
                    <a:pt x="351" y="0"/>
                    <a:pt x="314" y="0"/>
                  </a:cubicBezTo>
                  <a:cubicBezTo>
                    <a:pt x="277" y="0"/>
                    <a:pt x="251" y="22"/>
                    <a:pt x="233" y="49"/>
                  </a:cubicBezTo>
                  <a:cubicBezTo>
                    <a:pt x="232" y="42"/>
                    <a:pt x="231" y="25"/>
                    <a:pt x="217" y="13"/>
                  </a:cubicBezTo>
                  <a:cubicBezTo>
                    <a:pt x="204" y="3"/>
                    <a:pt x="188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5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6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" name="Freeform 94 1">
              <a:extLst>
                <a:ext uri="{FF2B5EF4-FFF2-40B4-BE49-F238E27FC236}">
                  <a16:creationId xmlns:a16="http://schemas.microsoft.com/office/drawing/2014/main" id="{3DB8CE80-E5A2-1F5D-B9DD-DB1BB13C7B2E}"/>
                </a:ext>
              </a:extLst>
            </p:cNvPr>
            <p:cNvSpPr>
              <a:spLocks/>
            </p:cNvSpPr>
            <p:nvPr>
              <p:custDataLst>
                <p:tags r:id="rId110"/>
              </p:custDataLst>
            </p:nvPr>
          </p:nvSpPr>
          <p:spPr bwMode="auto">
            <a:xfrm>
              <a:off x="3151188" y="2620963"/>
              <a:ext cx="79375" cy="95250"/>
            </a:xfrm>
            <a:custGeom>
              <a:avLst/>
              <a:gdLst>
                <a:gd name="T0" fmla="*/ 177 w 194"/>
                <a:gd name="T1" fmla="*/ 31 h 226"/>
                <a:gd name="T2" fmla="*/ 155 w 194"/>
                <a:gd name="T3" fmla="*/ 38 h 226"/>
                <a:gd name="T4" fmla="*/ 146 w 194"/>
                <a:gd name="T5" fmla="*/ 58 h 226"/>
                <a:gd name="T6" fmla="*/ 165 w 194"/>
                <a:gd name="T7" fmla="*/ 75 h 226"/>
                <a:gd name="T8" fmla="*/ 193 w 194"/>
                <a:gd name="T9" fmla="*/ 43 h 226"/>
                <a:gd name="T10" fmla="*/ 134 w 194"/>
                <a:gd name="T11" fmla="*/ 0 h 226"/>
                <a:gd name="T12" fmla="*/ 0 w 194"/>
                <a:gd name="T13" fmla="*/ 142 h 226"/>
                <a:gd name="T14" fmla="*/ 81 w 194"/>
                <a:gd name="T15" fmla="*/ 226 h 226"/>
                <a:gd name="T16" fmla="*/ 194 w 194"/>
                <a:gd name="T17" fmla="*/ 167 h 226"/>
                <a:gd name="T18" fmla="*/ 188 w 194"/>
                <a:gd name="T19" fmla="*/ 161 h 226"/>
                <a:gd name="T20" fmla="*/ 182 w 194"/>
                <a:gd name="T21" fmla="*/ 166 h 226"/>
                <a:gd name="T22" fmla="*/ 82 w 194"/>
                <a:gd name="T23" fmla="*/ 215 h 226"/>
                <a:gd name="T24" fmla="*/ 37 w 194"/>
                <a:gd name="T25" fmla="*/ 161 h 226"/>
                <a:gd name="T26" fmla="*/ 64 w 194"/>
                <a:gd name="T27" fmla="*/ 61 h 226"/>
                <a:gd name="T28" fmla="*/ 134 w 194"/>
                <a:gd name="T29" fmla="*/ 11 h 226"/>
                <a:gd name="T30" fmla="*/ 177 w 194"/>
                <a:gd name="T31" fmla="*/ 3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226">
                  <a:moveTo>
                    <a:pt x="177" y="31"/>
                  </a:moveTo>
                  <a:cubicBezTo>
                    <a:pt x="169" y="31"/>
                    <a:pt x="162" y="31"/>
                    <a:pt x="155" y="38"/>
                  </a:cubicBezTo>
                  <a:cubicBezTo>
                    <a:pt x="147" y="46"/>
                    <a:pt x="146" y="54"/>
                    <a:pt x="146" y="58"/>
                  </a:cubicBezTo>
                  <a:cubicBezTo>
                    <a:pt x="146" y="70"/>
                    <a:pt x="155" y="75"/>
                    <a:pt x="165" y="75"/>
                  </a:cubicBezTo>
                  <a:cubicBezTo>
                    <a:pt x="179" y="75"/>
                    <a:pt x="193" y="63"/>
                    <a:pt x="193" y="43"/>
                  </a:cubicBezTo>
                  <a:cubicBezTo>
                    <a:pt x="193" y="19"/>
                    <a:pt x="169" y="0"/>
                    <a:pt x="134" y="0"/>
                  </a:cubicBezTo>
                  <a:cubicBezTo>
                    <a:pt x="66" y="0"/>
                    <a:pt x="0" y="72"/>
                    <a:pt x="0" y="142"/>
                  </a:cubicBezTo>
                  <a:cubicBezTo>
                    <a:pt x="0" y="187"/>
                    <a:pt x="29" y="226"/>
                    <a:pt x="81" y="226"/>
                  </a:cubicBezTo>
                  <a:cubicBezTo>
                    <a:pt x="152" y="226"/>
                    <a:pt x="194" y="173"/>
                    <a:pt x="194" y="167"/>
                  </a:cubicBezTo>
                  <a:cubicBezTo>
                    <a:pt x="194" y="164"/>
                    <a:pt x="191" y="161"/>
                    <a:pt x="188" y="161"/>
                  </a:cubicBezTo>
                  <a:cubicBezTo>
                    <a:pt x="186" y="161"/>
                    <a:pt x="185" y="162"/>
                    <a:pt x="182" y="166"/>
                  </a:cubicBezTo>
                  <a:cubicBezTo>
                    <a:pt x="142" y="215"/>
                    <a:pt x="88" y="215"/>
                    <a:pt x="82" y="215"/>
                  </a:cubicBezTo>
                  <a:cubicBezTo>
                    <a:pt x="51" y="215"/>
                    <a:pt x="37" y="191"/>
                    <a:pt x="37" y="161"/>
                  </a:cubicBezTo>
                  <a:cubicBezTo>
                    <a:pt x="37" y="140"/>
                    <a:pt x="47" y="92"/>
                    <a:pt x="64" y="61"/>
                  </a:cubicBezTo>
                  <a:cubicBezTo>
                    <a:pt x="79" y="33"/>
                    <a:pt x="107" y="11"/>
                    <a:pt x="134" y="11"/>
                  </a:cubicBezTo>
                  <a:cubicBezTo>
                    <a:pt x="151" y="11"/>
                    <a:pt x="170" y="18"/>
                    <a:pt x="177" y="3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" name="Freeform 95 1">
              <a:extLst>
                <a:ext uri="{FF2B5EF4-FFF2-40B4-BE49-F238E27FC236}">
                  <a16:creationId xmlns:a16="http://schemas.microsoft.com/office/drawing/2014/main" id="{25952618-1DFE-37E7-FD72-07423C82DB37}"/>
                </a:ext>
              </a:extLst>
            </p:cNvPr>
            <p:cNvSpPr>
              <a:spLocks/>
            </p:cNvSpPr>
            <p:nvPr>
              <p:custDataLst>
                <p:tags r:id="rId111"/>
              </p:custDataLst>
            </p:nvPr>
          </p:nvSpPr>
          <p:spPr bwMode="auto">
            <a:xfrm>
              <a:off x="3240088" y="2540000"/>
              <a:ext cx="61913" cy="98425"/>
            </a:xfrm>
            <a:custGeom>
              <a:avLst/>
              <a:gdLst>
                <a:gd name="T0" fmla="*/ 155 w 155"/>
                <a:gd name="T1" fmla="*/ 168 h 232"/>
                <a:gd name="T2" fmla="*/ 143 w 155"/>
                <a:gd name="T3" fmla="*/ 168 h 232"/>
                <a:gd name="T4" fmla="*/ 134 w 155"/>
                <a:gd name="T5" fmla="*/ 200 h 232"/>
                <a:gd name="T6" fmla="*/ 99 w 155"/>
                <a:gd name="T7" fmla="*/ 202 h 232"/>
                <a:gd name="T8" fmla="*/ 35 w 155"/>
                <a:gd name="T9" fmla="*/ 202 h 232"/>
                <a:gd name="T10" fmla="*/ 105 w 155"/>
                <a:gd name="T11" fmla="*/ 143 h 232"/>
                <a:gd name="T12" fmla="*/ 155 w 155"/>
                <a:gd name="T13" fmla="*/ 68 h 232"/>
                <a:gd name="T14" fmla="*/ 73 w 155"/>
                <a:gd name="T15" fmla="*/ 0 h 232"/>
                <a:gd name="T16" fmla="*/ 0 w 155"/>
                <a:gd name="T17" fmla="*/ 62 h 232"/>
                <a:gd name="T18" fmla="*/ 19 w 155"/>
                <a:gd name="T19" fmla="*/ 82 h 232"/>
                <a:gd name="T20" fmla="*/ 37 w 155"/>
                <a:gd name="T21" fmla="*/ 64 h 232"/>
                <a:gd name="T22" fmla="*/ 17 w 155"/>
                <a:gd name="T23" fmla="*/ 45 h 232"/>
                <a:gd name="T24" fmla="*/ 68 w 155"/>
                <a:gd name="T25" fmla="*/ 13 h 232"/>
                <a:gd name="T26" fmla="*/ 121 w 155"/>
                <a:gd name="T27" fmla="*/ 68 h 232"/>
                <a:gd name="T28" fmla="*/ 88 w 155"/>
                <a:gd name="T29" fmla="*/ 135 h 232"/>
                <a:gd name="T30" fmla="*/ 4 w 155"/>
                <a:gd name="T31" fmla="*/ 218 h 232"/>
                <a:gd name="T32" fmla="*/ 0 w 155"/>
                <a:gd name="T33" fmla="*/ 232 h 232"/>
                <a:gd name="T34" fmla="*/ 144 w 155"/>
                <a:gd name="T35" fmla="*/ 232 h 232"/>
                <a:gd name="T36" fmla="*/ 155 w 155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5" h="232">
                  <a:moveTo>
                    <a:pt x="155" y="168"/>
                  </a:moveTo>
                  <a:lnTo>
                    <a:pt x="143" y="168"/>
                  </a:lnTo>
                  <a:cubicBezTo>
                    <a:pt x="142" y="176"/>
                    <a:pt x="138" y="197"/>
                    <a:pt x="134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2" y="170"/>
                    <a:pt x="84" y="160"/>
                    <a:pt x="105" y="143"/>
                  </a:cubicBezTo>
                  <a:cubicBezTo>
                    <a:pt x="130" y="123"/>
                    <a:pt x="155" y="101"/>
                    <a:pt x="155" y="68"/>
                  </a:cubicBezTo>
                  <a:cubicBezTo>
                    <a:pt x="155" y="26"/>
                    <a:pt x="118" y="0"/>
                    <a:pt x="73" y="0"/>
                  </a:cubicBezTo>
                  <a:cubicBezTo>
                    <a:pt x="30" y="0"/>
                    <a:pt x="0" y="30"/>
                    <a:pt x="0" y="62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7" y="45"/>
                  </a:cubicBezTo>
                  <a:cubicBezTo>
                    <a:pt x="28" y="20"/>
                    <a:pt x="51" y="13"/>
                    <a:pt x="68" y="13"/>
                  </a:cubicBezTo>
                  <a:cubicBezTo>
                    <a:pt x="103" y="13"/>
                    <a:pt x="121" y="40"/>
                    <a:pt x="121" y="68"/>
                  </a:cubicBezTo>
                  <a:cubicBezTo>
                    <a:pt x="121" y="98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5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2" name="Freeform 96 1">
              <a:extLst>
                <a:ext uri="{FF2B5EF4-FFF2-40B4-BE49-F238E27FC236}">
                  <a16:creationId xmlns:a16="http://schemas.microsoft.com/office/drawing/2014/main" id="{794F67F4-7010-D6C2-D0B8-63D325B2230B}"/>
                </a:ext>
              </a:extLst>
            </p:cNvPr>
            <p:cNvSpPr>
              <a:spLocks noEditPoints="1"/>
            </p:cNvSpPr>
            <p:nvPr>
              <p:custDataLst>
                <p:tags r:id="rId112"/>
              </p:custDataLst>
            </p:nvPr>
          </p:nvSpPr>
          <p:spPr bwMode="auto">
            <a:xfrm>
              <a:off x="3389313" y="2636838"/>
              <a:ext cx="134938" cy="49213"/>
            </a:xfrm>
            <a:custGeom>
              <a:avLst/>
              <a:gdLst>
                <a:gd name="T0" fmla="*/ 315 w 332"/>
                <a:gd name="T1" fmla="*/ 20 h 116"/>
                <a:gd name="T2" fmla="*/ 332 w 332"/>
                <a:gd name="T3" fmla="*/ 10 h 116"/>
                <a:gd name="T4" fmla="*/ 315 w 332"/>
                <a:gd name="T5" fmla="*/ 0 h 116"/>
                <a:gd name="T6" fmla="*/ 17 w 332"/>
                <a:gd name="T7" fmla="*/ 0 h 116"/>
                <a:gd name="T8" fmla="*/ 0 w 332"/>
                <a:gd name="T9" fmla="*/ 10 h 116"/>
                <a:gd name="T10" fmla="*/ 17 w 332"/>
                <a:gd name="T11" fmla="*/ 20 h 116"/>
                <a:gd name="T12" fmla="*/ 315 w 332"/>
                <a:gd name="T13" fmla="*/ 20 h 116"/>
                <a:gd name="T14" fmla="*/ 315 w 332"/>
                <a:gd name="T15" fmla="*/ 116 h 116"/>
                <a:gd name="T16" fmla="*/ 332 w 332"/>
                <a:gd name="T17" fmla="*/ 106 h 116"/>
                <a:gd name="T18" fmla="*/ 315 w 332"/>
                <a:gd name="T19" fmla="*/ 96 h 116"/>
                <a:gd name="T20" fmla="*/ 17 w 332"/>
                <a:gd name="T21" fmla="*/ 96 h 116"/>
                <a:gd name="T22" fmla="*/ 0 w 332"/>
                <a:gd name="T23" fmla="*/ 106 h 116"/>
                <a:gd name="T24" fmla="*/ 17 w 332"/>
                <a:gd name="T25" fmla="*/ 116 h 116"/>
                <a:gd name="T26" fmla="*/ 315 w 332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2" h="116">
                  <a:moveTo>
                    <a:pt x="315" y="20"/>
                  </a:moveTo>
                  <a:cubicBezTo>
                    <a:pt x="322" y="20"/>
                    <a:pt x="332" y="20"/>
                    <a:pt x="332" y="10"/>
                  </a:cubicBezTo>
                  <a:cubicBezTo>
                    <a:pt x="332" y="0"/>
                    <a:pt x="322" y="0"/>
                    <a:pt x="315" y="0"/>
                  </a:cubicBezTo>
                  <a:lnTo>
                    <a:pt x="17" y="0"/>
                  </a:lnTo>
                  <a:cubicBezTo>
                    <a:pt x="10" y="0"/>
                    <a:pt x="0" y="0"/>
                    <a:pt x="0" y="10"/>
                  </a:cubicBezTo>
                  <a:cubicBezTo>
                    <a:pt x="0" y="20"/>
                    <a:pt x="10" y="20"/>
                    <a:pt x="17" y="20"/>
                  </a:cubicBezTo>
                  <a:lnTo>
                    <a:pt x="315" y="20"/>
                  </a:lnTo>
                  <a:close/>
                  <a:moveTo>
                    <a:pt x="315" y="116"/>
                  </a:moveTo>
                  <a:cubicBezTo>
                    <a:pt x="322" y="116"/>
                    <a:pt x="332" y="116"/>
                    <a:pt x="332" y="106"/>
                  </a:cubicBezTo>
                  <a:cubicBezTo>
                    <a:pt x="332" y="96"/>
                    <a:pt x="322" y="96"/>
                    <a:pt x="315" y="96"/>
                  </a:cubicBezTo>
                  <a:lnTo>
                    <a:pt x="17" y="96"/>
                  </a:lnTo>
                  <a:cubicBezTo>
                    <a:pt x="10" y="96"/>
                    <a:pt x="0" y="96"/>
                    <a:pt x="0" y="106"/>
                  </a:cubicBezTo>
                  <a:cubicBezTo>
                    <a:pt x="0" y="116"/>
                    <a:pt x="10" y="116"/>
                    <a:pt x="17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3" name="Freeform 97 1">
              <a:extLst>
                <a:ext uri="{FF2B5EF4-FFF2-40B4-BE49-F238E27FC236}">
                  <a16:creationId xmlns:a16="http://schemas.microsoft.com/office/drawing/2014/main" id="{66215AA6-D9C2-0422-1805-822FD2E4CE58}"/>
                </a:ext>
              </a:extLst>
            </p:cNvPr>
            <p:cNvSpPr>
              <a:spLocks/>
            </p:cNvSpPr>
            <p:nvPr>
              <p:custDataLst>
                <p:tags r:id="rId113"/>
              </p:custDataLst>
            </p:nvPr>
          </p:nvSpPr>
          <p:spPr bwMode="auto">
            <a:xfrm>
              <a:off x="3603625" y="2568575"/>
              <a:ext cx="100013" cy="147638"/>
            </a:xfrm>
            <a:custGeom>
              <a:avLst/>
              <a:gdLst>
                <a:gd name="T0" fmla="*/ 116 w 245"/>
                <a:gd name="T1" fmla="*/ 5 h 351"/>
                <a:gd name="T2" fmla="*/ 110 w 245"/>
                <a:gd name="T3" fmla="*/ 0 h 351"/>
                <a:gd name="T4" fmla="*/ 49 w 245"/>
                <a:gd name="T5" fmla="*/ 5 h 351"/>
                <a:gd name="T6" fmla="*/ 39 w 245"/>
                <a:gd name="T7" fmla="*/ 15 h 351"/>
                <a:gd name="T8" fmla="*/ 51 w 245"/>
                <a:gd name="T9" fmla="*/ 21 h 351"/>
                <a:gd name="T10" fmla="*/ 76 w 245"/>
                <a:gd name="T11" fmla="*/ 29 h 351"/>
                <a:gd name="T12" fmla="*/ 75 w 245"/>
                <a:gd name="T13" fmla="*/ 39 h 351"/>
                <a:gd name="T14" fmla="*/ 2 w 245"/>
                <a:gd name="T15" fmla="*/ 326 h 351"/>
                <a:gd name="T16" fmla="*/ 0 w 245"/>
                <a:gd name="T17" fmla="*/ 337 h 351"/>
                <a:gd name="T18" fmla="*/ 15 w 245"/>
                <a:gd name="T19" fmla="*/ 351 h 351"/>
                <a:gd name="T20" fmla="*/ 33 w 245"/>
                <a:gd name="T21" fmla="*/ 338 h 351"/>
                <a:gd name="T22" fmla="*/ 43 w 245"/>
                <a:gd name="T23" fmla="*/ 300 h 351"/>
                <a:gd name="T24" fmla="*/ 54 w 245"/>
                <a:gd name="T25" fmla="*/ 255 h 351"/>
                <a:gd name="T26" fmla="*/ 62 w 245"/>
                <a:gd name="T27" fmla="*/ 222 h 351"/>
                <a:gd name="T28" fmla="*/ 68 w 245"/>
                <a:gd name="T29" fmla="*/ 200 h 351"/>
                <a:gd name="T30" fmla="*/ 102 w 245"/>
                <a:gd name="T31" fmla="*/ 154 h 351"/>
                <a:gd name="T32" fmla="*/ 149 w 245"/>
                <a:gd name="T33" fmla="*/ 136 h 351"/>
                <a:gd name="T34" fmla="*/ 176 w 245"/>
                <a:gd name="T35" fmla="*/ 171 h 351"/>
                <a:gd name="T36" fmla="*/ 145 w 245"/>
                <a:gd name="T37" fmla="*/ 283 h 351"/>
                <a:gd name="T38" fmla="*/ 139 w 245"/>
                <a:gd name="T39" fmla="*/ 310 h 351"/>
                <a:gd name="T40" fmla="*/ 180 w 245"/>
                <a:gd name="T41" fmla="*/ 351 h 351"/>
                <a:gd name="T42" fmla="*/ 245 w 245"/>
                <a:gd name="T43" fmla="*/ 274 h 351"/>
                <a:gd name="T44" fmla="*/ 239 w 245"/>
                <a:gd name="T45" fmla="*/ 269 h 351"/>
                <a:gd name="T46" fmla="*/ 232 w 245"/>
                <a:gd name="T47" fmla="*/ 278 h 351"/>
                <a:gd name="T48" fmla="*/ 181 w 245"/>
                <a:gd name="T49" fmla="*/ 340 h 351"/>
                <a:gd name="T50" fmla="*/ 169 w 245"/>
                <a:gd name="T51" fmla="*/ 324 h 351"/>
                <a:gd name="T52" fmla="*/ 178 w 245"/>
                <a:gd name="T53" fmla="*/ 288 h 351"/>
                <a:gd name="T54" fmla="*/ 208 w 245"/>
                <a:gd name="T55" fmla="*/ 179 h 351"/>
                <a:gd name="T56" fmla="*/ 151 w 245"/>
                <a:gd name="T57" fmla="*/ 125 h 351"/>
                <a:gd name="T58" fmla="*/ 77 w 245"/>
                <a:gd name="T59" fmla="*/ 164 h 351"/>
                <a:gd name="T60" fmla="*/ 116 w 245"/>
                <a:gd name="T61" fmla="*/ 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5" h="351">
                  <a:moveTo>
                    <a:pt x="116" y="5"/>
                  </a:moveTo>
                  <a:cubicBezTo>
                    <a:pt x="116" y="5"/>
                    <a:pt x="116" y="0"/>
                    <a:pt x="110" y="0"/>
                  </a:cubicBezTo>
                  <a:cubicBezTo>
                    <a:pt x="98" y="0"/>
                    <a:pt x="62" y="4"/>
                    <a:pt x="49" y="5"/>
                  </a:cubicBezTo>
                  <a:cubicBezTo>
                    <a:pt x="45" y="5"/>
                    <a:pt x="39" y="6"/>
                    <a:pt x="39" y="15"/>
                  </a:cubicBezTo>
                  <a:cubicBezTo>
                    <a:pt x="39" y="21"/>
                    <a:pt x="44" y="21"/>
                    <a:pt x="51" y="21"/>
                  </a:cubicBezTo>
                  <a:cubicBezTo>
                    <a:pt x="75" y="21"/>
                    <a:pt x="76" y="24"/>
                    <a:pt x="76" y="29"/>
                  </a:cubicBezTo>
                  <a:lnTo>
                    <a:pt x="75" y="39"/>
                  </a:lnTo>
                  <a:lnTo>
                    <a:pt x="2" y="326"/>
                  </a:lnTo>
                  <a:cubicBezTo>
                    <a:pt x="0" y="333"/>
                    <a:pt x="0" y="334"/>
                    <a:pt x="0" y="337"/>
                  </a:cubicBezTo>
                  <a:cubicBezTo>
                    <a:pt x="0" y="349"/>
                    <a:pt x="10" y="351"/>
                    <a:pt x="15" y="351"/>
                  </a:cubicBezTo>
                  <a:cubicBezTo>
                    <a:pt x="23" y="351"/>
                    <a:pt x="31" y="345"/>
                    <a:pt x="33" y="338"/>
                  </a:cubicBezTo>
                  <a:lnTo>
                    <a:pt x="43" y="300"/>
                  </a:lnTo>
                  <a:lnTo>
                    <a:pt x="54" y="255"/>
                  </a:lnTo>
                  <a:cubicBezTo>
                    <a:pt x="57" y="245"/>
                    <a:pt x="60" y="234"/>
                    <a:pt x="62" y="222"/>
                  </a:cubicBezTo>
                  <a:cubicBezTo>
                    <a:pt x="63" y="219"/>
                    <a:pt x="67" y="203"/>
                    <a:pt x="68" y="200"/>
                  </a:cubicBezTo>
                  <a:cubicBezTo>
                    <a:pt x="69" y="195"/>
                    <a:pt x="85" y="167"/>
                    <a:pt x="102" y="154"/>
                  </a:cubicBezTo>
                  <a:cubicBezTo>
                    <a:pt x="113" y="146"/>
                    <a:pt x="128" y="136"/>
                    <a:pt x="149" y="136"/>
                  </a:cubicBezTo>
                  <a:cubicBezTo>
                    <a:pt x="171" y="136"/>
                    <a:pt x="176" y="153"/>
                    <a:pt x="176" y="171"/>
                  </a:cubicBezTo>
                  <a:cubicBezTo>
                    <a:pt x="176" y="198"/>
                    <a:pt x="157" y="253"/>
                    <a:pt x="145" y="283"/>
                  </a:cubicBezTo>
                  <a:cubicBezTo>
                    <a:pt x="141" y="294"/>
                    <a:pt x="139" y="300"/>
                    <a:pt x="139" y="310"/>
                  </a:cubicBezTo>
                  <a:cubicBezTo>
                    <a:pt x="139" y="334"/>
                    <a:pt x="156" y="351"/>
                    <a:pt x="180" y="351"/>
                  </a:cubicBezTo>
                  <a:cubicBezTo>
                    <a:pt x="227" y="351"/>
                    <a:pt x="245" y="278"/>
                    <a:pt x="245" y="274"/>
                  </a:cubicBezTo>
                  <a:cubicBezTo>
                    <a:pt x="245" y="269"/>
                    <a:pt x="241" y="269"/>
                    <a:pt x="239" y="269"/>
                  </a:cubicBezTo>
                  <a:cubicBezTo>
                    <a:pt x="234" y="269"/>
                    <a:pt x="234" y="271"/>
                    <a:pt x="232" y="278"/>
                  </a:cubicBezTo>
                  <a:cubicBezTo>
                    <a:pt x="224" y="305"/>
                    <a:pt x="208" y="340"/>
                    <a:pt x="181" y="340"/>
                  </a:cubicBezTo>
                  <a:cubicBezTo>
                    <a:pt x="172" y="340"/>
                    <a:pt x="169" y="335"/>
                    <a:pt x="169" y="324"/>
                  </a:cubicBezTo>
                  <a:cubicBezTo>
                    <a:pt x="169" y="311"/>
                    <a:pt x="173" y="299"/>
                    <a:pt x="178" y="288"/>
                  </a:cubicBezTo>
                  <a:cubicBezTo>
                    <a:pt x="186" y="267"/>
                    <a:pt x="208" y="208"/>
                    <a:pt x="208" y="179"/>
                  </a:cubicBezTo>
                  <a:cubicBezTo>
                    <a:pt x="208" y="146"/>
                    <a:pt x="188" y="125"/>
                    <a:pt x="151" y="125"/>
                  </a:cubicBezTo>
                  <a:cubicBezTo>
                    <a:pt x="119" y="125"/>
                    <a:pt x="96" y="141"/>
                    <a:pt x="77" y="164"/>
                  </a:cubicBezTo>
                  <a:lnTo>
                    <a:pt x="116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4" name="Freeform 98 1">
              <a:extLst>
                <a:ext uri="{FF2B5EF4-FFF2-40B4-BE49-F238E27FC236}">
                  <a16:creationId xmlns:a16="http://schemas.microsoft.com/office/drawing/2014/main" id="{F5CEDEEE-3A5D-E514-51F5-4AD244CE87FA}"/>
                </a:ext>
              </a:extLst>
            </p:cNvPr>
            <p:cNvSpPr>
              <a:spLocks/>
            </p:cNvSpPr>
            <p:nvPr>
              <p:custDataLst>
                <p:tags r:id="rId114"/>
              </p:custDataLst>
            </p:nvPr>
          </p:nvSpPr>
          <p:spPr bwMode="auto">
            <a:xfrm>
              <a:off x="3719513" y="2620963"/>
              <a:ext cx="96838" cy="93663"/>
            </a:xfrm>
            <a:custGeom>
              <a:avLst/>
              <a:gdLst>
                <a:gd name="T0" fmla="*/ 86 w 235"/>
                <a:gd name="T1" fmla="*/ 6 h 221"/>
                <a:gd name="T2" fmla="*/ 79 w 235"/>
                <a:gd name="T3" fmla="*/ 0 h 221"/>
                <a:gd name="T4" fmla="*/ 18 w 235"/>
                <a:gd name="T5" fmla="*/ 5 h 221"/>
                <a:gd name="T6" fmla="*/ 9 w 235"/>
                <a:gd name="T7" fmla="*/ 15 h 221"/>
                <a:gd name="T8" fmla="*/ 21 w 235"/>
                <a:gd name="T9" fmla="*/ 21 h 221"/>
                <a:gd name="T10" fmla="*/ 46 w 235"/>
                <a:gd name="T11" fmla="*/ 30 h 221"/>
                <a:gd name="T12" fmla="*/ 36 w 235"/>
                <a:gd name="T13" fmla="*/ 70 h 221"/>
                <a:gd name="T14" fmla="*/ 6 w 235"/>
                <a:gd name="T15" fmla="*/ 192 h 221"/>
                <a:gd name="T16" fmla="*/ 0 w 235"/>
                <a:gd name="T17" fmla="*/ 215 h 221"/>
                <a:gd name="T18" fmla="*/ 8 w 235"/>
                <a:gd name="T19" fmla="*/ 221 h 221"/>
                <a:gd name="T20" fmla="*/ 15 w 235"/>
                <a:gd name="T21" fmla="*/ 221 h 221"/>
                <a:gd name="T22" fmla="*/ 156 w 235"/>
                <a:gd name="T23" fmla="*/ 147 h 221"/>
                <a:gd name="T24" fmla="*/ 235 w 235"/>
                <a:gd name="T25" fmla="*/ 14 h 221"/>
                <a:gd name="T26" fmla="*/ 221 w 235"/>
                <a:gd name="T27" fmla="*/ 0 h 221"/>
                <a:gd name="T28" fmla="*/ 201 w 235"/>
                <a:gd name="T29" fmla="*/ 17 h 221"/>
                <a:gd name="T30" fmla="*/ 37 w 235"/>
                <a:gd name="T31" fmla="*/ 204 h 221"/>
                <a:gd name="T32" fmla="*/ 86 w 235"/>
                <a:gd name="T33" fmla="*/ 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5" h="221">
                  <a:moveTo>
                    <a:pt x="86" y="6"/>
                  </a:moveTo>
                  <a:cubicBezTo>
                    <a:pt x="86" y="5"/>
                    <a:pt x="86" y="0"/>
                    <a:pt x="79" y="0"/>
                  </a:cubicBezTo>
                  <a:cubicBezTo>
                    <a:pt x="68" y="0"/>
                    <a:pt x="31" y="4"/>
                    <a:pt x="18" y="5"/>
                  </a:cubicBezTo>
                  <a:cubicBezTo>
                    <a:pt x="14" y="6"/>
                    <a:pt x="9" y="6"/>
                    <a:pt x="9" y="15"/>
                  </a:cubicBezTo>
                  <a:cubicBezTo>
                    <a:pt x="9" y="21"/>
                    <a:pt x="13" y="21"/>
                    <a:pt x="21" y="21"/>
                  </a:cubicBezTo>
                  <a:cubicBezTo>
                    <a:pt x="45" y="21"/>
                    <a:pt x="46" y="25"/>
                    <a:pt x="46" y="30"/>
                  </a:cubicBezTo>
                  <a:cubicBezTo>
                    <a:pt x="46" y="33"/>
                    <a:pt x="40" y="57"/>
                    <a:pt x="36" y="70"/>
                  </a:cubicBezTo>
                  <a:lnTo>
                    <a:pt x="6" y="192"/>
                  </a:lnTo>
                  <a:cubicBezTo>
                    <a:pt x="4" y="200"/>
                    <a:pt x="0" y="214"/>
                    <a:pt x="0" y="215"/>
                  </a:cubicBezTo>
                  <a:cubicBezTo>
                    <a:pt x="0" y="220"/>
                    <a:pt x="5" y="221"/>
                    <a:pt x="8" y="221"/>
                  </a:cubicBezTo>
                  <a:lnTo>
                    <a:pt x="15" y="221"/>
                  </a:lnTo>
                  <a:cubicBezTo>
                    <a:pt x="50" y="215"/>
                    <a:pt x="105" y="195"/>
                    <a:pt x="156" y="147"/>
                  </a:cubicBezTo>
                  <a:cubicBezTo>
                    <a:pt x="222" y="86"/>
                    <a:pt x="235" y="18"/>
                    <a:pt x="235" y="14"/>
                  </a:cubicBezTo>
                  <a:cubicBezTo>
                    <a:pt x="235" y="5"/>
                    <a:pt x="229" y="0"/>
                    <a:pt x="221" y="0"/>
                  </a:cubicBezTo>
                  <a:cubicBezTo>
                    <a:pt x="217" y="0"/>
                    <a:pt x="205" y="2"/>
                    <a:pt x="201" y="17"/>
                  </a:cubicBezTo>
                  <a:cubicBezTo>
                    <a:pt x="169" y="130"/>
                    <a:pt x="94" y="186"/>
                    <a:pt x="37" y="204"/>
                  </a:cubicBezTo>
                  <a:lnTo>
                    <a:pt x="86" y="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15" name="グループ化 14" descr="\documentclass{article}&#10;\usepackage{amsmath,bm}&#10;\pagestyle{empty}&#10;\begin{document}&#10;&#10;$e^{i\theta} = \cos\theta + i\sin\theta$&#10;&#10;&#10;\end{document}" title="IguanaTex Vector Display">
            <a:extLst>
              <a:ext uri="{FF2B5EF4-FFF2-40B4-BE49-F238E27FC236}">
                <a16:creationId xmlns:a16="http://schemas.microsoft.com/office/drawing/2014/main" id="{53B62835-D592-B527-7C11-79AC47C4264F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340643" y="3253304"/>
            <a:ext cx="2838450" cy="333376"/>
            <a:chOff x="7556500" y="6396038"/>
            <a:chExt cx="2838450" cy="333376"/>
          </a:xfrm>
        </p:grpSpPr>
        <p:sp>
          <p:nvSpPr>
            <p:cNvPr id="16" name="Freeform 7 1">
              <a:extLst>
                <a:ext uri="{FF2B5EF4-FFF2-40B4-BE49-F238E27FC236}">
                  <a16:creationId xmlns:a16="http://schemas.microsoft.com/office/drawing/2014/main" id="{35E26EA9-B572-71C5-46A3-D303B35D6521}"/>
                </a:ext>
              </a:extLst>
            </p:cNvPr>
            <p:cNvSpPr>
              <a:spLocks noEditPoints="1"/>
            </p:cNvSpPr>
            <p:nvPr>
              <p:custDataLst>
                <p:tags r:id="rId93"/>
              </p:custDataLst>
            </p:nvPr>
          </p:nvSpPr>
          <p:spPr bwMode="auto">
            <a:xfrm>
              <a:off x="7556500" y="6543676"/>
              <a:ext cx="134938" cy="160338"/>
            </a:xfrm>
            <a:custGeom>
              <a:avLst/>
              <a:gdLst>
                <a:gd name="T0" fmla="*/ 70 w 191"/>
                <a:gd name="T1" fmla="*/ 105 h 226"/>
                <a:gd name="T2" fmla="*/ 146 w 191"/>
                <a:gd name="T3" fmla="*/ 94 h 226"/>
                <a:gd name="T4" fmla="*/ 184 w 191"/>
                <a:gd name="T5" fmla="*/ 42 h 226"/>
                <a:gd name="T6" fmla="*/ 130 w 191"/>
                <a:gd name="T7" fmla="*/ 0 h 226"/>
                <a:gd name="T8" fmla="*/ 0 w 191"/>
                <a:gd name="T9" fmla="*/ 136 h 226"/>
                <a:gd name="T10" fmla="*/ 78 w 191"/>
                <a:gd name="T11" fmla="*/ 226 h 226"/>
                <a:gd name="T12" fmla="*/ 191 w 191"/>
                <a:gd name="T13" fmla="*/ 167 h 226"/>
                <a:gd name="T14" fmla="*/ 185 w 191"/>
                <a:gd name="T15" fmla="*/ 161 h 226"/>
                <a:gd name="T16" fmla="*/ 179 w 191"/>
                <a:gd name="T17" fmla="*/ 166 h 226"/>
                <a:gd name="T18" fmla="*/ 79 w 191"/>
                <a:gd name="T19" fmla="*/ 215 h 226"/>
                <a:gd name="T20" fmla="*/ 36 w 191"/>
                <a:gd name="T21" fmla="*/ 157 h 226"/>
                <a:gd name="T22" fmla="*/ 44 w 191"/>
                <a:gd name="T23" fmla="*/ 105 h 226"/>
                <a:gd name="T24" fmla="*/ 70 w 191"/>
                <a:gd name="T25" fmla="*/ 105 h 226"/>
                <a:gd name="T26" fmla="*/ 47 w 191"/>
                <a:gd name="T27" fmla="*/ 94 h 226"/>
                <a:gd name="T28" fmla="*/ 130 w 191"/>
                <a:gd name="T29" fmla="*/ 11 h 226"/>
                <a:gd name="T30" fmla="*/ 167 w 191"/>
                <a:gd name="T31" fmla="*/ 42 h 226"/>
                <a:gd name="T32" fmla="*/ 67 w 191"/>
                <a:gd name="T33" fmla="*/ 94 h 226"/>
                <a:gd name="T34" fmla="*/ 47 w 191"/>
                <a:gd name="T35" fmla="*/ 9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1" h="226">
                  <a:moveTo>
                    <a:pt x="70" y="105"/>
                  </a:moveTo>
                  <a:cubicBezTo>
                    <a:pt x="85" y="105"/>
                    <a:pt x="121" y="104"/>
                    <a:pt x="146" y="94"/>
                  </a:cubicBezTo>
                  <a:cubicBezTo>
                    <a:pt x="181" y="79"/>
                    <a:pt x="184" y="49"/>
                    <a:pt x="184" y="42"/>
                  </a:cubicBezTo>
                  <a:cubicBezTo>
                    <a:pt x="184" y="21"/>
                    <a:pt x="165" y="0"/>
                    <a:pt x="130" y="0"/>
                  </a:cubicBezTo>
                  <a:cubicBezTo>
                    <a:pt x="75" y="0"/>
                    <a:pt x="0" y="48"/>
                    <a:pt x="0" y="136"/>
                  </a:cubicBezTo>
                  <a:cubicBezTo>
                    <a:pt x="0" y="187"/>
                    <a:pt x="29" y="226"/>
                    <a:pt x="78" y="226"/>
                  </a:cubicBezTo>
                  <a:cubicBezTo>
                    <a:pt x="149" y="226"/>
                    <a:pt x="191" y="173"/>
                    <a:pt x="191" y="167"/>
                  </a:cubicBezTo>
                  <a:cubicBezTo>
                    <a:pt x="191" y="164"/>
                    <a:pt x="188" y="161"/>
                    <a:pt x="185" y="161"/>
                  </a:cubicBezTo>
                  <a:cubicBezTo>
                    <a:pt x="183" y="161"/>
                    <a:pt x="182" y="162"/>
                    <a:pt x="179" y="166"/>
                  </a:cubicBezTo>
                  <a:cubicBezTo>
                    <a:pt x="139" y="215"/>
                    <a:pt x="85" y="215"/>
                    <a:pt x="79" y="215"/>
                  </a:cubicBezTo>
                  <a:cubicBezTo>
                    <a:pt x="40" y="215"/>
                    <a:pt x="36" y="173"/>
                    <a:pt x="36" y="157"/>
                  </a:cubicBezTo>
                  <a:cubicBezTo>
                    <a:pt x="36" y="151"/>
                    <a:pt x="36" y="136"/>
                    <a:pt x="44" y="105"/>
                  </a:cubicBezTo>
                  <a:lnTo>
                    <a:pt x="70" y="105"/>
                  </a:lnTo>
                  <a:close/>
                  <a:moveTo>
                    <a:pt x="47" y="94"/>
                  </a:moveTo>
                  <a:cubicBezTo>
                    <a:pt x="66" y="19"/>
                    <a:pt x="117" y="11"/>
                    <a:pt x="130" y="11"/>
                  </a:cubicBezTo>
                  <a:cubicBezTo>
                    <a:pt x="154" y="11"/>
                    <a:pt x="167" y="25"/>
                    <a:pt x="167" y="42"/>
                  </a:cubicBezTo>
                  <a:cubicBezTo>
                    <a:pt x="167" y="94"/>
                    <a:pt x="88" y="94"/>
                    <a:pt x="67" y="94"/>
                  </a:cubicBezTo>
                  <a:lnTo>
                    <a:pt x="47" y="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7" name="Freeform 8 1">
              <a:extLst>
                <a:ext uri="{FF2B5EF4-FFF2-40B4-BE49-F238E27FC236}">
                  <a16:creationId xmlns:a16="http://schemas.microsoft.com/office/drawing/2014/main" id="{87B5A005-EC4E-25A8-FEB1-5EF26D330062}"/>
                </a:ext>
              </a:extLst>
            </p:cNvPr>
            <p:cNvSpPr>
              <a:spLocks noEditPoints="1"/>
            </p:cNvSpPr>
            <p:nvPr>
              <p:custDataLst>
                <p:tags r:id="rId94"/>
              </p:custDataLst>
            </p:nvPr>
          </p:nvSpPr>
          <p:spPr bwMode="auto">
            <a:xfrm>
              <a:off x="7715250" y="6407151"/>
              <a:ext cx="74613" cy="166688"/>
            </a:xfrm>
            <a:custGeom>
              <a:avLst/>
              <a:gdLst>
                <a:gd name="T0" fmla="*/ 97 w 106"/>
                <a:gd name="T1" fmla="*/ 13 h 235"/>
                <a:gd name="T2" fmla="*/ 83 w 106"/>
                <a:gd name="T3" fmla="*/ 0 h 235"/>
                <a:gd name="T4" fmla="*/ 63 w 106"/>
                <a:gd name="T5" fmla="*/ 19 h 235"/>
                <a:gd name="T6" fmla="*/ 77 w 106"/>
                <a:gd name="T7" fmla="*/ 32 h 235"/>
                <a:gd name="T8" fmla="*/ 97 w 106"/>
                <a:gd name="T9" fmla="*/ 13 h 235"/>
                <a:gd name="T10" fmla="*/ 26 w 106"/>
                <a:gd name="T11" fmla="*/ 191 h 235"/>
                <a:gd name="T12" fmla="*/ 23 w 106"/>
                <a:gd name="T13" fmla="*/ 205 h 235"/>
                <a:gd name="T14" fmla="*/ 56 w 106"/>
                <a:gd name="T15" fmla="*/ 235 h 235"/>
                <a:gd name="T16" fmla="*/ 106 w 106"/>
                <a:gd name="T17" fmla="*/ 182 h 235"/>
                <a:gd name="T18" fmla="*/ 100 w 106"/>
                <a:gd name="T19" fmla="*/ 177 h 235"/>
                <a:gd name="T20" fmla="*/ 94 w 106"/>
                <a:gd name="T21" fmla="*/ 183 h 235"/>
                <a:gd name="T22" fmla="*/ 57 w 106"/>
                <a:gd name="T23" fmla="*/ 225 h 235"/>
                <a:gd name="T24" fmla="*/ 48 w 106"/>
                <a:gd name="T25" fmla="*/ 213 h 235"/>
                <a:gd name="T26" fmla="*/ 54 w 106"/>
                <a:gd name="T27" fmla="*/ 191 h 235"/>
                <a:gd name="T28" fmla="*/ 65 w 106"/>
                <a:gd name="T29" fmla="*/ 163 h 235"/>
                <a:gd name="T30" fmla="*/ 82 w 106"/>
                <a:gd name="T31" fmla="*/ 118 h 235"/>
                <a:gd name="T32" fmla="*/ 84 w 106"/>
                <a:gd name="T33" fmla="*/ 107 h 235"/>
                <a:gd name="T34" fmla="*/ 51 w 106"/>
                <a:gd name="T35" fmla="*/ 77 h 235"/>
                <a:gd name="T36" fmla="*/ 0 w 106"/>
                <a:gd name="T37" fmla="*/ 131 h 235"/>
                <a:gd name="T38" fmla="*/ 6 w 106"/>
                <a:gd name="T39" fmla="*/ 135 h 235"/>
                <a:gd name="T40" fmla="*/ 12 w 106"/>
                <a:gd name="T41" fmla="*/ 130 h 235"/>
                <a:gd name="T42" fmla="*/ 50 w 106"/>
                <a:gd name="T43" fmla="*/ 87 h 235"/>
                <a:gd name="T44" fmla="*/ 58 w 106"/>
                <a:gd name="T45" fmla="*/ 99 h 235"/>
                <a:gd name="T46" fmla="*/ 48 w 106"/>
                <a:gd name="T47" fmla="*/ 134 h 235"/>
                <a:gd name="T48" fmla="*/ 26 w 106"/>
                <a:gd name="T49" fmla="*/ 19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6" h="235">
                  <a:moveTo>
                    <a:pt x="97" y="13"/>
                  </a:moveTo>
                  <a:cubicBezTo>
                    <a:pt x="97" y="8"/>
                    <a:pt x="93" y="0"/>
                    <a:pt x="83" y="0"/>
                  </a:cubicBezTo>
                  <a:cubicBezTo>
                    <a:pt x="73" y="0"/>
                    <a:pt x="63" y="9"/>
                    <a:pt x="63" y="19"/>
                  </a:cubicBezTo>
                  <a:cubicBezTo>
                    <a:pt x="63" y="25"/>
                    <a:pt x="68" y="32"/>
                    <a:pt x="77" y="32"/>
                  </a:cubicBezTo>
                  <a:cubicBezTo>
                    <a:pt x="87" y="32"/>
                    <a:pt x="97" y="23"/>
                    <a:pt x="97" y="13"/>
                  </a:cubicBezTo>
                  <a:close/>
                  <a:moveTo>
                    <a:pt x="26" y="191"/>
                  </a:moveTo>
                  <a:cubicBezTo>
                    <a:pt x="24" y="195"/>
                    <a:pt x="23" y="199"/>
                    <a:pt x="23" y="205"/>
                  </a:cubicBezTo>
                  <a:cubicBezTo>
                    <a:pt x="23" y="222"/>
                    <a:pt x="36" y="235"/>
                    <a:pt x="56" y="235"/>
                  </a:cubicBezTo>
                  <a:cubicBezTo>
                    <a:pt x="91" y="235"/>
                    <a:pt x="106" y="187"/>
                    <a:pt x="106" y="182"/>
                  </a:cubicBezTo>
                  <a:cubicBezTo>
                    <a:pt x="106" y="177"/>
                    <a:pt x="101" y="177"/>
                    <a:pt x="100" y="177"/>
                  </a:cubicBezTo>
                  <a:cubicBezTo>
                    <a:pt x="95" y="177"/>
                    <a:pt x="95" y="179"/>
                    <a:pt x="94" y="183"/>
                  </a:cubicBezTo>
                  <a:cubicBezTo>
                    <a:pt x="86" y="211"/>
                    <a:pt x="70" y="225"/>
                    <a:pt x="57" y="225"/>
                  </a:cubicBezTo>
                  <a:cubicBezTo>
                    <a:pt x="50" y="225"/>
                    <a:pt x="48" y="221"/>
                    <a:pt x="48" y="213"/>
                  </a:cubicBezTo>
                  <a:cubicBezTo>
                    <a:pt x="48" y="205"/>
                    <a:pt x="50" y="198"/>
                    <a:pt x="54" y="191"/>
                  </a:cubicBezTo>
                  <a:cubicBezTo>
                    <a:pt x="57" y="181"/>
                    <a:pt x="61" y="172"/>
                    <a:pt x="65" y="163"/>
                  </a:cubicBezTo>
                  <a:cubicBezTo>
                    <a:pt x="68" y="154"/>
                    <a:pt x="80" y="123"/>
                    <a:pt x="82" y="118"/>
                  </a:cubicBezTo>
                  <a:cubicBezTo>
                    <a:pt x="83" y="115"/>
                    <a:pt x="84" y="111"/>
                    <a:pt x="84" y="107"/>
                  </a:cubicBezTo>
                  <a:cubicBezTo>
                    <a:pt x="84" y="91"/>
                    <a:pt x="70" y="77"/>
                    <a:pt x="51" y="77"/>
                  </a:cubicBezTo>
                  <a:cubicBezTo>
                    <a:pt x="16" y="77"/>
                    <a:pt x="0" y="125"/>
                    <a:pt x="0" y="131"/>
                  </a:cubicBezTo>
                  <a:cubicBezTo>
                    <a:pt x="0" y="135"/>
                    <a:pt x="5" y="135"/>
                    <a:pt x="6" y="135"/>
                  </a:cubicBezTo>
                  <a:cubicBezTo>
                    <a:pt x="11" y="135"/>
                    <a:pt x="11" y="134"/>
                    <a:pt x="12" y="130"/>
                  </a:cubicBezTo>
                  <a:cubicBezTo>
                    <a:pt x="21" y="100"/>
                    <a:pt x="37" y="87"/>
                    <a:pt x="50" y="87"/>
                  </a:cubicBezTo>
                  <a:cubicBezTo>
                    <a:pt x="55" y="87"/>
                    <a:pt x="58" y="90"/>
                    <a:pt x="58" y="99"/>
                  </a:cubicBezTo>
                  <a:cubicBezTo>
                    <a:pt x="58" y="108"/>
                    <a:pt x="56" y="113"/>
                    <a:pt x="48" y="134"/>
                  </a:cubicBezTo>
                  <a:lnTo>
                    <a:pt x="26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2A607009-C9BA-0AB9-BF03-D21C94CEF2D5}"/>
                </a:ext>
              </a:extLst>
            </p:cNvPr>
            <p:cNvSpPr>
              <a:spLocks noEditPoints="1"/>
            </p:cNvSpPr>
            <p:nvPr>
              <p:custDataLst>
                <p:tags r:id="rId95"/>
              </p:custDataLst>
            </p:nvPr>
          </p:nvSpPr>
          <p:spPr bwMode="auto">
            <a:xfrm>
              <a:off x="7818438" y="6396038"/>
              <a:ext cx="111125" cy="177800"/>
            </a:xfrm>
            <a:custGeom>
              <a:avLst/>
              <a:gdLst>
                <a:gd name="T0" fmla="*/ 156 w 156"/>
                <a:gd name="T1" fmla="*/ 75 h 249"/>
                <a:gd name="T2" fmla="*/ 108 w 156"/>
                <a:gd name="T3" fmla="*/ 0 h 249"/>
                <a:gd name="T4" fmla="*/ 0 w 156"/>
                <a:gd name="T5" fmla="*/ 173 h 249"/>
                <a:gd name="T6" fmla="*/ 48 w 156"/>
                <a:gd name="T7" fmla="*/ 249 h 249"/>
                <a:gd name="T8" fmla="*/ 156 w 156"/>
                <a:gd name="T9" fmla="*/ 75 h 249"/>
                <a:gd name="T10" fmla="*/ 39 w 156"/>
                <a:gd name="T11" fmla="*/ 118 h 249"/>
                <a:gd name="T12" fmla="*/ 108 w 156"/>
                <a:gd name="T13" fmla="*/ 9 h 249"/>
                <a:gd name="T14" fmla="*/ 130 w 156"/>
                <a:gd name="T15" fmla="*/ 55 h 249"/>
                <a:gd name="T16" fmla="*/ 120 w 156"/>
                <a:gd name="T17" fmla="*/ 118 h 249"/>
                <a:gd name="T18" fmla="*/ 39 w 156"/>
                <a:gd name="T19" fmla="*/ 118 h 249"/>
                <a:gd name="T20" fmla="*/ 117 w 156"/>
                <a:gd name="T21" fmla="*/ 131 h 249"/>
                <a:gd name="T22" fmla="*/ 88 w 156"/>
                <a:gd name="T23" fmla="*/ 205 h 249"/>
                <a:gd name="T24" fmla="*/ 48 w 156"/>
                <a:gd name="T25" fmla="*/ 239 h 249"/>
                <a:gd name="T26" fmla="*/ 26 w 156"/>
                <a:gd name="T27" fmla="*/ 194 h 249"/>
                <a:gd name="T28" fmla="*/ 36 w 156"/>
                <a:gd name="T29" fmla="*/ 131 h 249"/>
                <a:gd name="T30" fmla="*/ 117 w 156"/>
                <a:gd name="T31" fmla="*/ 131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6" h="249">
                  <a:moveTo>
                    <a:pt x="156" y="75"/>
                  </a:moveTo>
                  <a:cubicBezTo>
                    <a:pt x="156" y="39"/>
                    <a:pt x="142" y="0"/>
                    <a:pt x="108" y="0"/>
                  </a:cubicBezTo>
                  <a:cubicBezTo>
                    <a:pt x="56" y="0"/>
                    <a:pt x="0" y="93"/>
                    <a:pt x="0" y="173"/>
                  </a:cubicBezTo>
                  <a:cubicBezTo>
                    <a:pt x="0" y="215"/>
                    <a:pt x="16" y="249"/>
                    <a:pt x="48" y="249"/>
                  </a:cubicBezTo>
                  <a:cubicBezTo>
                    <a:pt x="101" y="249"/>
                    <a:pt x="156" y="154"/>
                    <a:pt x="156" y="75"/>
                  </a:cubicBezTo>
                  <a:close/>
                  <a:moveTo>
                    <a:pt x="39" y="118"/>
                  </a:moveTo>
                  <a:cubicBezTo>
                    <a:pt x="57" y="43"/>
                    <a:pt x="87" y="9"/>
                    <a:pt x="108" y="9"/>
                  </a:cubicBezTo>
                  <a:cubicBezTo>
                    <a:pt x="130" y="9"/>
                    <a:pt x="130" y="48"/>
                    <a:pt x="130" y="55"/>
                  </a:cubicBezTo>
                  <a:cubicBezTo>
                    <a:pt x="130" y="68"/>
                    <a:pt x="127" y="89"/>
                    <a:pt x="120" y="118"/>
                  </a:cubicBezTo>
                  <a:lnTo>
                    <a:pt x="39" y="118"/>
                  </a:lnTo>
                  <a:close/>
                  <a:moveTo>
                    <a:pt x="117" y="131"/>
                  </a:moveTo>
                  <a:cubicBezTo>
                    <a:pt x="107" y="169"/>
                    <a:pt x="99" y="188"/>
                    <a:pt x="88" y="205"/>
                  </a:cubicBezTo>
                  <a:cubicBezTo>
                    <a:pt x="78" y="223"/>
                    <a:pt x="64" y="239"/>
                    <a:pt x="48" y="239"/>
                  </a:cubicBezTo>
                  <a:cubicBezTo>
                    <a:pt x="29" y="239"/>
                    <a:pt x="26" y="213"/>
                    <a:pt x="26" y="194"/>
                  </a:cubicBezTo>
                  <a:cubicBezTo>
                    <a:pt x="26" y="171"/>
                    <a:pt x="33" y="144"/>
                    <a:pt x="36" y="131"/>
                  </a:cubicBezTo>
                  <a:lnTo>
                    <a:pt x="117" y="13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" name="Freeform 10 1">
              <a:extLst>
                <a:ext uri="{FF2B5EF4-FFF2-40B4-BE49-F238E27FC236}">
                  <a16:creationId xmlns:a16="http://schemas.microsoft.com/office/drawing/2014/main" id="{77648A8B-9057-183F-907E-7E4A3611C2A5}"/>
                </a:ext>
              </a:extLst>
            </p:cNvPr>
            <p:cNvSpPr>
              <a:spLocks noEditPoints="1"/>
            </p:cNvSpPr>
            <p:nvPr>
              <p:custDataLst>
                <p:tags r:id="rId96"/>
              </p:custDataLst>
            </p:nvPr>
          </p:nvSpPr>
          <p:spPr bwMode="auto">
            <a:xfrm>
              <a:off x="8080375" y="6569076"/>
              <a:ext cx="233363" cy="84138"/>
            </a:xfrm>
            <a:custGeom>
              <a:avLst/>
              <a:gdLst>
                <a:gd name="T0" fmla="*/ 314 w 331"/>
                <a:gd name="T1" fmla="*/ 20 h 117"/>
                <a:gd name="T2" fmla="*/ 331 w 331"/>
                <a:gd name="T3" fmla="*/ 10 h 117"/>
                <a:gd name="T4" fmla="*/ 315 w 331"/>
                <a:gd name="T5" fmla="*/ 0 h 117"/>
                <a:gd name="T6" fmla="*/ 16 w 331"/>
                <a:gd name="T7" fmla="*/ 0 h 117"/>
                <a:gd name="T8" fmla="*/ 0 w 331"/>
                <a:gd name="T9" fmla="*/ 10 h 117"/>
                <a:gd name="T10" fmla="*/ 17 w 331"/>
                <a:gd name="T11" fmla="*/ 20 h 117"/>
                <a:gd name="T12" fmla="*/ 314 w 331"/>
                <a:gd name="T13" fmla="*/ 20 h 117"/>
                <a:gd name="T14" fmla="*/ 315 w 331"/>
                <a:gd name="T15" fmla="*/ 117 h 117"/>
                <a:gd name="T16" fmla="*/ 331 w 331"/>
                <a:gd name="T17" fmla="*/ 107 h 117"/>
                <a:gd name="T18" fmla="*/ 314 w 331"/>
                <a:gd name="T19" fmla="*/ 97 h 117"/>
                <a:gd name="T20" fmla="*/ 17 w 331"/>
                <a:gd name="T21" fmla="*/ 97 h 117"/>
                <a:gd name="T22" fmla="*/ 0 w 331"/>
                <a:gd name="T23" fmla="*/ 107 h 117"/>
                <a:gd name="T24" fmla="*/ 16 w 331"/>
                <a:gd name="T25" fmla="*/ 117 h 117"/>
                <a:gd name="T26" fmla="*/ 315 w 331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7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7"/>
                  </a:moveTo>
                  <a:cubicBezTo>
                    <a:pt x="322" y="117"/>
                    <a:pt x="331" y="117"/>
                    <a:pt x="331" y="107"/>
                  </a:cubicBezTo>
                  <a:cubicBezTo>
                    <a:pt x="331" y="97"/>
                    <a:pt x="322" y="97"/>
                    <a:pt x="314" y="97"/>
                  </a:cubicBezTo>
                  <a:lnTo>
                    <a:pt x="17" y="97"/>
                  </a:lnTo>
                  <a:cubicBezTo>
                    <a:pt x="9" y="97"/>
                    <a:pt x="0" y="97"/>
                    <a:pt x="0" y="107"/>
                  </a:cubicBezTo>
                  <a:cubicBezTo>
                    <a:pt x="0" y="117"/>
                    <a:pt x="9" y="117"/>
                    <a:pt x="16" y="117"/>
                  </a:cubicBezTo>
                  <a:lnTo>
                    <a:pt x="315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" name="Freeform 11 1">
              <a:extLst>
                <a:ext uri="{FF2B5EF4-FFF2-40B4-BE49-F238E27FC236}">
                  <a16:creationId xmlns:a16="http://schemas.microsoft.com/office/drawing/2014/main" id="{D0CADE89-29F7-45FE-E032-C7A28EBBBA9F}"/>
                </a:ext>
              </a:extLst>
            </p:cNvPr>
            <p:cNvSpPr>
              <a:spLocks/>
            </p:cNvSpPr>
            <p:nvPr>
              <p:custDataLst>
                <p:tags r:id="rId97"/>
              </p:custDataLst>
            </p:nvPr>
          </p:nvSpPr>
          <p:spPr bwMode="auto">
            <a:xfrm>
              <a:off x="8442325" y="6542088"/>
              <a:ext cx="134938" cy="161925"/>
            </a:xfrm>
            <a:custGeom>
              <a:avLst/>
              <a:gdLst>
                <a:gd name="T0" fmla="*/ 41 w 190"/>
                <a:gd name="T1" fmla="*/ 115 h 229"/>
                <a:gd name="T2" fmla="*/ 109 w 190"/>
                <a:gd name="T3" fmla="*/ 13 h 229"/>
                <a:gd name="T4" fmla="*/ 162 w 190"/>
                <a:gd name="T5" fmla="*/ 31 h 229"/>
                <a:gd name="T6" fmla="*/ 139 w 190"/>
                <a:gd name="T7" fmla="*/ 54 h 229"/>
                <a:gd name="T8" fmla="*/ 162 w 190"/>
                <a:gd name="T9" fmla="*/ 77 h 229"/>
                <a:gd name="T10" fmla="*/ 184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3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1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1" y="115"/>
                  </a:moveTo>
                  <a:cubicBezTo>
                    <a:pt x="41" y="33"/>
                    <a:pt x="82" y="13"/>
                    <a:pt x="109" y="13"/>
                  </a:cubicBezTo>
                  <a:cubicBezTo>
                    <a:pt x="113" y="13"/>
                    <a:pt x="145" y="13"/>
                    <a:pt x="162" y="31"/>
                  </a:cubicBezTo>
                  <a:cubicBezTo>
                    <a:pt x="142" y="32"/>
                    <a:pt x="139" y="47"/>
                    <a:pt x="139" y="54"/>
                  </a:cubicBezTo>
                  <a:cubicBezTo>
                    <a:pt x="139" y="67"/>
                    <a:pt x="148" y="77"/>
                    <a:pt x="162" y="77"/>
                  </a:cubicBezTo>
                  <a:cubicBezTo>
                    <a:pt x="174" y="77"/>
                    <a:pt x="184" y="68"/>
                    <a:pt x="184" y="53"/>
                  </a:cubicBezTo>
                  <a:cubicBezTo>
                    <a:pt x="184" y="20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3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3" y="211"/>
                    <a:pt x="130" y="217"/>
                    <a:pt x="112" y="217"/>
                  </a:cubicBezTo>
                  <a:cubicBezTo>
                    <a:pt x="85" y="217"/>
                    <a:pt x="41" y="195"/>
                    <a:pt x="41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" name="Freeform 12 1">
              <a:extLst>
                <a:ext uri="{FF2B5EF4-FFF2-40B4-BE49-F238E27FC236}">
                  <a16:creationId xmlns:a16="http://schemas.microsoft.com/office/drawing/2014/main" id="{E750B399-C553-E484-693E-174BAB8DBD9B}"/>
                </a:ext>
              </a:extLst>
            </p:cNvPr>
            <p:cNvSpPr>
              <a:spLocks noEditPoints="1"/>
            </p:cNvSpPr>
            <p:nvPr>
              <p:custDataLst>
                <p:tags r:id="rId98"/>
              </p:custDataLst>
            </p:nvPr>
          </p:nvSpPr>
          <p:spPr bwMode="auto">
            <a:xfrm>
              <a:off x="8597900" y="6542088"/>
              <a:ext cx="153988" cy="161925"/>
            </a:xfrm>
            <a:custGeom>
              <a:avLst/>
              <a:gdLst>
                <a:gd name="T0" fmla="*/ 220 w 220"/>
                <a:gd name="T1" fmla="*/ 117 h 229"/>
                <a:gd name="T2" fmla="*/ 110 w 220"/>
                <a:gd name="T3" fmla="*/ 0 h 229"/>
                <a:gd name="T4" fmla="*/ 0 w 220"/>
                <a:gd name="T5" fmla="*/ 117 h 229"/>
                <a:gd name="T6" fmla="*/ 110 w 220"/>
                <a:gd name="T7" fmla="*/ 229 h 229"/>
                <a:gd name="T8" fmla="*/ 220 w 220"/>
                <a:gd name="T9" fmla="*/ 117 h 229"/>
                <a:gd name="T10" fmla="*/ 110 w 220"/>
                <a:gd name="T11" fmla="*/ 217 h 229"/>
                <a:gd name="T12" fmla="*/ 53 w 220"/>
                <a:gd name="T13" fmla="*/ 183 h 229"/>
                <a:gd name="T14" fmla="*/ 41 w 220"/>
                <a:gd name="T15" fmla="*/ 113 h 229"/>
                <a:gd name="T16" fmla="*/ 53 w 220"/>
                <a:gd name="T17" fmla="*/ 44 h 229"/>
                <a:gd name="T18" fmla="*/ 110 w 220"/>
                <a:gd name="T19" fmla="*/ 11 h 229"/>
                <a:gd name="T20" fmla="*/ 166 w 220"/>
                <a:gd name="T21" fmla="*/ 43 h 229"/>
                <a:gd name="T22" fmla="*/ 179 w 220"/>
                <a:gd name="T23" fmla="*/ 113 h 229"/>
                <a:gd name="T24" fmla="*/ 168 w 220"/>
                <a:gd name="T25" fmla="*/ 180 h 229"/>
                <a:gd name="T26" fmla="*/ 110 w 220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0" h="229">
                  <a:moveTo>
                    <a:pt x="220" y="117"/>
                  </a:moveTo>
                  <a:cubicBezTo>
                    <a:pt x="220" y="53"/>
                    <a:pt x="170" y="0"/>
                    <a:pt x="110" y="0"/>
                  </a:cubicBezTo>
                  <a:cubicBezTo>
                    <a:pt x="48" y="0"/>
                    <a:pt x="0" y="54"/>
                    <a:pt x="0" y="117"/>
                  </a:cubicBezTo>
                  <a:cubicBezTo>
                    <a:pt x="0" y="181"/>
                    <a:pt x="51" y="229"/>
                    <a:pt x="110" y="229"/>
                  </a:cubicBezTo>
                  <a:cubicBezTo>
                    <a:pt x="170" y="229"/>
                    <a:pt x="220" y="180"/>
                    <a:pt x="220" y="117"/>
                  </a:cubicBezTo>
                  <a:close/>
                  <a:moveTo>
                    <a:pt x="110" y="217"/>
                  </a:moveTo>
                  <a:cubicBezTo>
                    <a:pt x="89" y="217"/>
                    <a:pt x="67" y="206"/>
                    <a:pt x="53" y="183"/>
                  </a:cubicBezTo>
                  <a:cubicBezTo>
                    <a:pt x="41" y="161"/>
                    <a:pt x="41" y="131"/>
                    <a:pt x="41" y="113"/>
                  </a:cubicBezTo>
                  <a:cubicBezTo>
                    <a:pt x="41" y="93"/>
                    <a:pt x="41" y="66"/>
                    <a:pt x="53" y="44"/>
                  </a:cubicBezTo>
                  <a:cubicBezTo>
                    <a:pt x="66" y="22"/>
                    <a:pt x="90" y="11"/>
                    <a:pt x="110" y="11"/>
                  </a:cubicBezTo>
                  <a:cubicBezTo>
                    <a:pt x="132" y="11"/>
                    <a:pt x="153" y="22"/>
                    <a:pt x="166" y="43"/>
                  </a:cubicBezTo>
                  <a:cubicBezTo>
                    <a:pt x="179" y="65"/>
                    <a:pt x="179" y="94"/>
                    <a:pt x="179" y="113"/>
                  </a:cubicBezTo>
                  <a:cubicBezTo>
                    <a:pt x="179" y="131"/>
                    <a:pt x="179" y="158"/>
                    <a:pt x="168" y="180"/>
                  </a:cubicBezTo>
                  <a:cubicBezTo>
                    <a:pt x="157" y="202"/>
                    <a:pt x="135" y="217"/>
                    <a:pt x="110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2" name="Freeform 13 1">
              <a:extLst>
                <a:ext uri="{FF2B5EF4-FFF2-40B4-BE49-F238E27FC236}">
                  <a16:creationId xmlns:a16="http://schemas.microsoft.com/office/drawing/2014/main" id="{EB92E865-8046-8767-59DA-2CDAB78C3599}"/>
                </a:ext>
              </a:extLst>
            </p:cNvPr>
            <p:cNvSpPr>
              <a:spLocks/>
            </p:cNvSpPr>
            <p:nvPr>
              <p:custDataLst>
                <p:tags r:id="rId99"/>
              </p:custDataLst>
            </p:nvPr>
          </p:nvSpPr>
          <p:spPr bwMode="auto">
            <a:xfrm>
              <a:off x="8774113" y="6542088"/>
              <a:ext cx="115888" cy="161925"/>
            </a:xfrm>
            <a:custGeom>
              <a:avLst/>
              <a:gdLst>
                <a:gd name="T0" fmla="*/ 87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2 h 229"/>
                <a:gd name="T26" fmla="*/ 85 w 163"/>
                <a:gd name="T27" fmla="*/ 88 h 229"/>
                <a:gd name="T28" fmla="*/ 24 w 163"/>
                <a:gd name="T29" fmla="*/ 47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4 h 229"/>
                <a:gd name="T36" fmla="*/ 151 w 163"/>
                <a:gd name="T37" fmla="*/ 62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1 h 229"/>
                <a:gd name="T50" fmla="*/ 22 w 163"/>
                <a:gd name="T51" fmla="*/ 104 h 229"/>
                <a:gd name="T52" fmla="*/ 87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7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2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8"/>
                    <a:pt x="142" y="112"/>
                  </a:cubicBezTo>
                  <a:cubicBezTo>
                    <a:pt x="126" y="96"/>
                    <a:pt x="106" y="92"/>
                    <a:pt x="85" y="88"/>
                  </a:cubicBezTo>
                  <a:cubicBezTo>
                    <a:pt x="57" y="83"/>
                    <a:pt x="24" y="76"/>
                    <a:pt x="24" y="47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5" y="10"/>
                    <a:pt x="137" y="54"/>
                    <a:pt x="138" y="70"/>
                  </a:cubicBezTo>
                  <a:cubicBezTo>
                    <a:pt x="139" y="74"/>
                    <a:pt x="143" y="74"/>
                    <a:pt x="144" y="74"/>
                  </a:cubicBezTo>
                  <a:cubicBezTo>
                    <a:pt x="151" y="74"/>
                    <a:pt x="151" y="72"/>
                    <a:pt x="151" y="62"/>
                  </a:cubicBezTo>
                  <a:lnTo>
                    <a:pt x="151" y="12"/>
                  </a:lnTo>
                  <a:cubicBezTo>
                    <a:pt x="151" y="4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3"/>
                    <a:pt x="127" y="14"/>
                  </a:cubicBezTo>
                  <a:cubicBezTo>
                    <a:pt x="108" y="0"/>
                    <a:pt x="87" y="0"/>
                    <a:pt x="80" y="0"/>
                  </a:cubicBezTo>
                  <a:cubicBezTo>
                    <a:pt x="19" y="0"/>
                    <a:pt x="0" y="33"/>
                    <a:pt x="0" y="61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1" y="120"/>
                    <a:pt x="87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3" name="Freeform 14 1">
              <a:extLst>
                <a:ext uri="{FF2B5EF4-FFF2-40B4-BE49-F238E27FC236}">
                  <a16:creationId xmlns:a16="http://schemas.microsoft.com/office/drawing/2014/main" id="{4C2B27EA-D243-C6C3-CC34-B3172C222BA5}"/>
                </a:ext>
              </a:extLst>
            </p:cNvPr>
            <p:cNvSpPr>
              <a:spLocks noEditPoints="1"/>
            </p:cNvSpPr>
            <p:nvPr>
              <p:custDataLst>
                <p:tags r:id="rId100"/>
              </p:custDataLst>
            </p:nvPr>
          </p:nvSpPr>
          <p:spPr bwMode="auto">
            <a:xfrm>
              <a:off x="8975725" y="6450013"/>
              <a:ext cx="144463" cy="254000"/>
            </a:xfrm>
            <a:custGeom>
              <a:avLst/>
              <a:gdLst>
                <a:gd name="T0" fmla="*/ 205 w 205"/>
                <a:gd name="T1" fmla="*/ 102 h 357"/>
                <a:gd name="T2" fmla="*/ 146 w 205"/>
                <a:gd name="T3" fmla="*/ 0 h 357"/>
                <a:gd name="T4" fmla="*/ 0 w 205"/>
                <a:gd name="T5" fmla="*/ 255 h 357"/>
                <a:gd name="T6" fmla="*/ 59 w 205"/>
                <a:gd name="T7" fmla="*/ 357 h 357"/>
                <a:gd name="T8" fmla="*/ 205 w 205"/>
                <a:gd name="T9" fmla="*/ 102 h 357"/>
                <a:gd name="T10" fmla="*/ 52 w 205"/>
                <a:gd name="T11" fmla="*/ 170 h 357"/>
                <a:gd name="T12" fmla="*/ 91 w 205"/>
                <a:gd name="T13" fmla="*/ 63 h 357"/>
                <a:gd name="T14" fmla="*/ 145 w 205"/>
                <a:gd name="T15" fmla="*/ 11 h 357"/>
                <a:gd name="T16" fmla="*/ 172 w 205"/>
                <a:gd name="T17" fmla="*/ 71 h 357"/>
                <a:gd name="T18" fmla="*/ 157 w 205"/>
                <a:gd name="T19" fmla="*/ 170 h 357"/>
                <a:gd name="T20" fmla="*/ 52 w 205"/>
                <a:gd name="T21" fmla="*/ 170 h 357"/>
                <a:gd name="T22" fmla="*/ 152 w 205"/>
                <a:gd name="T23" fmla="*/ 186 h 357"/>
                <a:gd name="T24" fmla="*/ 117 w 205"/>
                <a:gd name="T25" fmla="*/ 288 h 357"/>
                <a:gd name="T26" fmla="*/ 59 w 205"/>
                <a:gd name="T27" fmla="*/ 346 h 357"/>
                <a:gd name="T28" fmla="*/ 32 w 205"/>
                <a:gd name="T29" fmla="*/ 285 h 357"/>
                <a:gd name="T30" fmla="*/ 48 w 205"/>
                <a:gd name="T31" fmla="*/ 186 h 357"/>
                <a:gd name="T32" fmla="*/ 152 w 205"/>
                <a:gd name="T33" fmla="*/ 18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5" h="357">
                  <a:moveTo>
                    <a:pt x="205" y="102"/>
                  </a:moveTo>
                  <a:cubicBezTo>
                    <a:pt x="205" y="69"/>
                    <a:pt x="196" y="0"/>
                    <a:pt x="146" y="0"/>
                  </a:cubicBezTo>
                  <a:cubicBezTo>
                    <a:pt x="76" y="0"/>
                    <a:pt x="0" y="141"/>
                    <a:pt x="0" y="255"/>
                  </a:cubicBezTo>
                  <a:cubicBezTo>
                    <a:pt x="0" y="302"/>
                    <a:pt x="14" y="357"/>
                    <a:pt x="59" y="357"/>
                  </a:cubicBezTo>
                  <a:cubicBezTo>
                    <a:pt x="130" y="357"/>
                    <a:pt x="205" y="214"/>
                    <a:pt x="205" y="102"/>
                  </a:cubicBezTo>
                  <a:close/>
                  <a:moveTo>
                    <a:pt x="52" y="170"/>
                  </a:moveTo>
                  <a:cubicBezTo>
                    <a:pt x="61" y="139"/>
                    <a:pt x="71" y="99"/>
                    <a:pt x="91" y="63"/>
                  </a:cubicBezTo>
                  <a:cubicBezTo>
                    <a:pt x="104" y="39"/>
                    <a:pt x="123" y="11"/>
                    <a:pt x="145" y="11"/>
                  </a:cubicBezTo>
                  <a:cubicBezTo>
                    <a:pt x="169" y="11"/>
                    <a:pt x="172" y="43"/>
                    <a:pt x="172" y="71"/>
                  </a:cubicBezTo>
                  <a:cubicBezTo>
                    <a:pt x="172" y="96"/>
                    <a:pt x="168" y="121"/>
                    <a:pt x="157" y="170"/>
                  </a:cubicBezTo>
                  <a:lnTo>
                    <a:pt x="52" y="170"/>
                  </a:lnTo>
                  <a:close/>
                  <a:moveTo>
                    <a:pt x="152" y="186"/>
                  </a:moveTo>
                  <a:cubicBezTo>
                    <a:pt x="146" y="209"/>
                    <a:pt x="136" y="252"/>
                    <a:pt x="117" y="288"/>
                  </a:cubicBezTo>
                  <a:cubicBezTo>
                    <a:pt x="100" y="322"/>
                    <a:pt x="81" y="346"/>
                    <a:pt x="59" y="346"/>
                  </a:cubicBezTo>
                  <a:cubicBezTo>
                    <a:pt x="43" y="346"/>
                    <a:pt x="32" y="332"/>
                    <a:pt x="32" y="285"/>
                  </a:cubicBezTo>
                  <a:cubicBezTo>
                    <a:pt x="32" y="264"/>
                    <a:pt x="35" y="235"/>
                    <a:pt x="48" y="186"/>
                  </a:cubicBezTo>
                  <a:lnTo>
                    <a:pt x="152" y="18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4" name="Freeform 15 1">
              <a:extLst>
                <a:ext uri="{FF2B5EF4-FFF2-40B4-BE49-F238E27FC236}">
                  <a16:creationId xmlns:a16="http://schemas.microsoft.com/office/drawing/2014/main" id="{49C52ECC-D3B0-5092-7201-5648A972366B}"/>
                </a:ext>
              </a:extLst>
            </p:cNvPr>
            <p:cNvSpPr>
              <a:spLocks/>
            </p:cNvSpPr>
            <p:nvPr>
              <p:custDataLst>
                <p:tags r:id="rId101"/>
              </p:custDataLst>
            </p:nvPr>
          </p:nvSpPr>
          <p:spPr bwMode="auto">
            <a:xfrm>
              <a:off x="9232900" y="6492876"/>
              <a:ext cx="233363" cy="236538"/>
            </a:xfrm>
            <a:custGeom>
              <a:avLst/>
              <a:gdLst>
                <a:gd name="T0" fmla="*/ 176 w 331"/>
                <a:gd name="T1" fmla="*/ 176 h 332"/>
                <a:gd name="T2" fmla="*/ 315 w 331"/>
                <a:gd name="T3" fmla="*/ 176 h 332"/>
                <a:gd name="T4" fmla="*/ 331 w 331"/>
                <a:gd name="T5" fmla="*/ 166 h 332"/>
                <a:gd name="T6" fmla="*/ 315 w 331"/>
                <a:gd name="T7" fmla="*/ 156 h 332"/>
                <a:gd name="T8" fmla="*/ 176 w 331"/>
                <a:gd name="T9" fmla="*/ 156 h 332"/>
                <a:gd name="T10" fmla="*/ 176 w 331"/>
                <a:gd name="T11" fmla="*/ 16 h 332"/>
                <a:gd name="T12" fmla="*/ 166 w 331"/>
                <a:gd name="T13" fmla="*/ 0 h 332"/>
                <a:gd name="T14" fmla="*/ 156 w 331"/>
                <a:gd name="T15" fmla="*/ 16 h 332"/>
                <a:gd name="T16" fmla="*/ 156 w 331"/>
                <a:gd name="T17" fmla="*/ 156 h 332"/>
                <a:gd name="T18" fmla="*/ 16 w 331"/>
                <a:gd name="T19" fmla="*/ 156 h 332"/>
                <a:gd name="T20" fmla="*/ 0 w 331"/>
                <a:gd name="T21" fmla="*/ 166 h 332"/>
                <a:gd name="T22" fmla="*/ 16 w 331"/>
                <a:gd name="T23" fmla="*/ 176 h 332"/>
                <a:gd name="T24" fmla="*/ 156 w 331"/>
                <a:gd name="T25" fmla="*/ 176 h 332"/>
                <a:gd name="T26" fmla="*/ 156 w 331"/>
                <a:gd name="T27" fmla="*/ 316 h 332"/>
                <a:gd name="T28" fmla="*/ 166 w 331"/>
                <a:gd name="T29" fmla="*/ 332 h 332"/>
                <a:gd name="T30" fmla="*/ 176 w 331"/>
                <a:gd name="T31" fmla="*/ 316 h 332"/>
                <a:gd name="T32" fmla="*/ 176 w 331"/>
                <a:gd name="T33" fmla="*/ 17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1" h="332">
                  <a:moveTo>
                    <a:pt x="176" y="176"/>
                  </a:moveTo>
                  <a:lnTo>
                    <a:pt x="315" y="176"/>
                  </a:lnTo>
                  <a:cubicBezTo>
                    <a:pt x="322" y="176"/>
                    <a:pt x="331" y="176"/>
                    <a:pt x="331" y="166"/>
                  </a:cubicBezTo>
                  <a:cubicBezTo>
                    <a:pt x="331" y="156"/>
                    <a:pt x="322" y="156"/>
                    <a:pt x="315" y="156"/>
                  </a:cubicBezTo>
                  <a:lnTo>
                    <a:pt x="176" y="156"/>
                  </a:lnTo>
                  <a:lnTo>
                    <a:pt x="176" y="16"/>
                  </a:lnTo>
                  <a:cubicBezTo>
                    <a:pt x="176" y="9"/>
                    <a:pt x="176" y="0"/>
                    <a:pt x="166" y="0"/>
                  </a:cubicBezTo>
                  <a:cubicBezTo>
                    <a:pt x="156" y="0"/>
                    <a:pt x="156" y="9"/>
                    <a:pt x="156" y="16"/>
                  </a:cubicBezTo>
                  <a:lnTo>
                    <a:pt x="156" y="156"/>
                  </a:lnTo>
                  <a:lnTo>
                    <a:pt x="16" y="156"/>
                  </a:lnTo>
                  <a:cubicBezTo>
                    <a:pt x="9" y="156"/>
                    <a:pt x="0" y="156"/>
                    <a:pt x="0" y="166"/>
                  </a:cubicBezTo>
                  <a:cubicBezTo>
                    <a:pt x="0" y="176"/>
                    <a:pt x="9" y="176"/>
                    <a:pt x="16" y="176"/>
                  </a:cubicBezTo>
                  <a:lnTo>
                    <a:pt x="156" y="176"/>
                  </a:lnTo>
                  <a:lnTo>
                    <a:pt x="156" y="316"/>
                  </a:lnTo>
                  <a:cubicBezTo>
                    <a:pt x="156" y="323"/>
                    <a:pt x="156" y="332"/>
                    <a:pt x="166" y="332"/>
                  </a:cubicBezTo>
                  <a:cubicBezTo>
                    <a:pt x="176" y="332"/>
                    <a:pt x="176" y="323"/>
                    <a:pt x="176" y="316"/>
                  </a:cubicBezTo>
                  <a:lnTo>
                    <a:pt x="176" y="17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5" name="Freeform 16 1">
              <a:extLst>
                <a:ext uri="{FF2B5EF4-FFF2-40B4-BE49-F238E27FC236}">
                  <a16:creationId xmlns:a16="http://schemas.microsoft.com/office/drawing/2014/main" id="{FB8DB235-1EC4-1FEF-6DCA-1ED160BCBF61}"/>
                </a:ext>
              </a:extLst>
            </p:cNvPr>
            <p:cNvSpPr>
              <a:spLocks noEditPoints="1"/>
            </p:cNvSpPr>
            <p:nvPr>
              <p:custDataLst>
                <p:tags r:id="rId102"/>
              </p:custDataLst>
            </p:nvPr>
          </p:nvSpPr>
          <p:spPr bwMode="auto">
            <a:xfrm>
              <a:off x="9575800" y="6465888"/>
              <a:ext cx="92075" cy="238125"/>
            </a:xfrm>
            <a:custGeom>
              <a:avLst/>
              <a:gdLst>
                <a:gd name="T0" fmla="*/ 127 w 131"/>
                <a:gd name="T1" fmla="*/ 18 h 335"/>
                <a:gd name="T2" fmla="*/ 108 w 131"/>
                <a:gd name="T3" fmla="*/ 0 h 335"/>
                <a:gd name="T4" fmla="*/ 81 w 131"/>
                <a:gd name="T5" fmla="*/ 26 h 335"/>
                <a:gd name="T6" fmla="*/ 100 w 131"/>
                <a:gd name="T7" fmla="*/ 44 h 335"/>
                <a:gd name="T8" fmla="*/ 127 w 131"/>
                <a:gd name="T9" fmla="*/ 18 h 335"/>
                <a:gd name="T10" fmla="*/ 89 w 131"/>
                <a:gd name="T11" fmla="*/ 205 h 335"/>
                <a:gd name="T12" fmla="*/ 100 w 131"/>
                <a:gd name="T13" fmla="*/ 176 h 335"/>
                <a:gd name="T14" fmla="*/ 106 w 131"/>
                <a:gd name="T15" fmla="*/ 150 h 335"/>
                <a:gd name="T16" fmla="*/ 65 w 131"/>
                <a:gd name="T17" fmla="*/ 109 h 335"/>
                <a:gd name="T18" fmla="*/ 0 w 131"/>
                <a:gd name="T19" fmla="*/ 186 h 335"/>
                <a:gd name="T20" fmla="*/ 6 w 131"/>
                <a:gd name="T21" fmla="*/ 191 h 335"/>
                <a:gd name="T22" fmla="*/ 14 w 131"/>
                <a:gd name="T23" fmla="*/ 182 h 335"/>
                <a:gd name="T24" fmla="*/ 64 w 131"/>
                <a:gd name="T25" fmla="*/ 120 h 335"/>
                <a:gd name="T26" fmla="*/ 76 w 131"/>
                <a:gd name="T27" fmla="*/ 136 h 335"/>
                <a:gd name="T28" fmla="*/ 71 w 131"/>
                <a:gd name="T29" fmla="*/ 162 h 335"/>
                <a:gd name="T30" fmla="*/ 36 w 131"/>
                <a:gd name="T31" fmla="*/ 254 h 335"/>
                <a:gd name="T32" fmla="*/ 25 w 131"/>
                <a:gd name="T33" fmla="*/ 294 h 335"/>
                <a:gd name="T34" fmla="*/ 66 w 131"/>
                <a:gd name="T35" fmla="*/ 335 h 335"/>
                <a:gd name="T36" fmla="*/ 131 w 131"/>
                <a:gd name="T37" fmla="*/ 258 h 335"/>
                <a:gd name="T38" fmla="*/ 125 w 131"/>
                <a:gd name="T39" fmla="*/ 253 h 335"/>
                <a:gd name="T40" fmla="*/ 118 w 131"/>
                <a:gd name="T41" fmla="*/ 262 h 335"/>
                <a:gd name="T42" fmla="*/ 67 w 131"/>
                <a:gd name="T43" fmla="*/ 324 h 335"/>
                <a:gd name="T44" fmla="*/ 55 w 131"/>
                <a:gd name="T45" fmla="*/ 308 h 335"/>
                <a:gd name="T46" fmla="*/ 69 w 131"/>
                <a:gd name="T47" fmla="*/ 258 h 335"/>
                <a:gd name="T48" fmla="*/ 89 w 131"/>
                <a:gd name="T49" fmla="*/ 20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1" h="335">
                  <a:moveTo>
                    <a:pt x="127" y="18"/>
                  </a:moveTo>
                  <a:cubicBezTo>
                    <a:pt x="127" y="8"/>
                    <a:pt x="120" y="0"/>
                    <a:pt x="108" y="0"/>
                  </a:cubicBezTo>
                  <a:cubicBezTo>
                    <a:pt x="95" y="0"/>
                    <a:pt x="81" y="13"/>
                    <a:pt x="81" y="26"/>
                  </a:cubicBezTo>
                  <a:cubicBezTo>
                    <a:pt x="81" y="36"/>
                    <a:pt x="88" y="44"/>
                    <a:pt x="100" y="44"/>
                  </a:cubicBezTo>
                  <a:cubicBezTo>
                    <a:pt x="112" y="44"/>
                    <a:pt x="127" y="33"/>
                    <a:pt x="127" y="18"/>
                  </a:cubicBezTo>
                  <a:close/>
                  <a:moveTo>
                    <a:pt x="89" y="205"/>
                  </a:moveTo>
                  <a:cubicBezTo>
                    <a:pt x="95" y="191"/>
                    <a:pt x="95" y="190"/>
                    <a:pt x="100" y="176"/>
                  </a:cubicBezTo>
                  <a:cubicBezTo>
                    <a:pt x="104" y="166"/>
                    <a:pt x="106" y="159"/>
                    <a:pt x="106" y="150"/>
                  </a:cubicBezTo>
                  <a:cubicBezTo>
                    <a:pt x="106" y="128"/>
                    <a:pt x="90" y="109"/>
                    <a:pt x="65" y="109"/>
                  </a:cubicBezTo>
                  <a:cubicBezTo>
                    <a:pt x="19" y="109"/>
                    <a:pt x="0" y="181"/>
                    <a:pt x="0" y="186"/>
                  </a:cubicBezTo>
                  <a:cubicBezTo>
                    <a:pt x="0" y="191"/>
                    <a:pt x="5" y="191"/>
                    <a:pt x="6" y="191"/>
                  </a:cubicBezTo>
                  <a:cubicBezTo>
                    <a:pt x="11" y="191"/>
                    <a:pt x="11" y="190"/>
                    <a:pt x="14" y="182"/>
                  </a:cubicBezTo>
                  <a:cubicBezTo>
                    <a:pt x="27" y="135"/>
                    <a:pt x="47" y="120"/>
                    <a:pt x="64" y="120"/>
                  </a:cubicBezTo>
                  <a:cubicBezTo>
                    <a:pt x="68" y="120"/>
                    <a:pt x="76" y="120"/>
                    <a:pt x="76" y="136"/>
                  </a:cubicBezTo>
                  <a:cubicBezTo>
                    <a:pt x="76" y="146"/>
                    <a:pt x="73" y="157"/>
                    <a:pt x="71" y="162"/>
                  </a:cubicBezTo>
                  <a:cubicBezTo>
                    <a:pt x="67" y="175"/>
                    <a:pt x="44" y="233"/>
                    <a:pt x="36" y="254"/>
                  </a:cubicBezTo>
                  <a:cubicBezTo>
                    <a:pt x="32" y="267"/>
                    <a:pt x="25" y="284"/>
                    <a:pt x="25" y="294"/>
                  </a:cubicBezTo>
                  <a:cubicBezTo>
                    <a:pt x="25" y="318"/>
                    <a:pt x="42" y="335"/>
                    <a:pt x="66" y="335"/>
                  </a:cubicBezTo>
                  <a:cubicBezTo>
                    <a:pt x="113" y="335"/>
                    <a:pt x="131" y="263"/>
                    <a:pt x="131" y="258"/>
                  </a:cubicBezTo>
                  <a:cubicBezTo>
                    <a:pt x="131" y="253"/>
                    <a:pt x="127" y="253"/>
                    <a:pt x="125" y="253"/>
                  </a:cubicBezTo>
                  <a:cubicBezTo>
                    <a:pt x="120" y="253"/>
                    <a:pt x="120" y="255"/>
                    <a:pt x="118" y="262"/>
                  </a:cubicBezTo>
                  <a:cubicBezTo>
                    <a:pt x="109" y="294"/>
                    <a:pt x="92" y="324"/>
                    <a:pt x="67" y="324"/>
                  </a:cubicBezTo>
                  <a:cubicBezTo>
                    <a:pt x="58" y="324"/>
                    <a:pt x="55" y="319"/>
                    <a:pt x="55" y="308"/>
                  </a:cubicBezTo>
                  <a:cubicBezTo>
                    <a:pt x="55" y="295"/>
                    <a:pt x="58" y="288"/>
                    <a:pt x="69" y="258"/>
                  </a:cubicBezTo>
                  <a:lnTo>
                    <a:pt x="89" y="20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D8BD5E2-C386-2ABA-A4B0-6027734A1BAF}"/>
                </a:ext>
              </a:extLst>
            </p:cNvPr>
            <p:cNvSpPr>
              <a:spLocks/>
            </p:cNvSpPr>
            <p:nvPr>
              <p:custDataLst>
                <p:tags r:id="rId103"/>
              </p:custDataLst>
            </p:nvPr>
          </p:nvSpPr>
          <p:spPr bwMode="auto">
            <a:xfrm>
              <a:off x="9755188" y="6542088"/>
              <a:ext cx="115888" cy="161925"/>
            </a:xfrm>
            <a:custGeom>
              <a:avLst/>
              <a:gdLst>
                <a:gd name="T0" fmla="*/ 88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2 h 229"/>
                <a:gd name="T26" fmla="*/ 86 w 163"/>
                <a:gd name="T27" fmla="*/ 88 h 229"/>
                <a:gd name="T28" fmla="*/ 24 w 163"/>
                <a:gd name="T29" fmla="*/ 47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4 h 229"/>
                <a:gd name="T36" fmla="*/ 151 w 163"/>
                <a:gd name="T37" fmla="*/ 62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1 h 229"/>
                <a:gd name="T50" fmla="*/ 22 w 163"/>
                <a:gd name="T51" fmla="*/ 104 h 229"/>
                <a:gd name="T52" fmla="*/ 88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8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3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8"/>
                    <a:pt x="142" y="112"/>
                  </a:cubicBezTo>
                  <a:cubicBezTo>
                    <a:pt x="126" y="96"/>
                    <a:pt x="106" y="92"/>
                    <a:pt x="86" y="88"/>
                  </a:cubicBezTo>
                  <a:cubicBezTo>
                    <a:pt x="58" y="83"/>
                    <a:pt x="24" y="76"/>
                    <a:pt x="24" y="47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5" y="10"/>
                    <a:pt x="137" y="54"/>
                    <a:pt x="138" y="70"/>
                  </a:cubicBezTo>
                  <a:cubicBezTo>
                    <a:pt x="139" y="74"/>
                    <a:pt x="143" y="74"/>
                    <a:pt x="144" y="74"/>
                  </a:cubicBezTo>
                  <a:cubicBezTo>
                    <a:pt x="151" y="74"/>
                    <a:pt x="151" y="72"/>
                    <a:pt x="151" y="62"/>
                  </a:cubicBezTo>
                  <a:lnTo>
                    <a:pt x="151" y="12"/>
                  </a:lnTo>
                  <a:cubicBezTo>
                    <a:pt x="151" y="4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3"/>
                    <a:pt x="127" y="14"/>
                  </a:cubicBezTo>
                  <a:cubicBezTo>
                    <a:pt x="108" y="0"/>
                    <a:pt x="88" y="0"/>
                    <a:pt x="80" y="0"/>
                  </a:cubicBezTo>
                  <a:cubicBezTo>
                    <a:pt x="19" y="0"/>
                    <a:pt x="0" y="33"/>
                    <a:pt x="0" y="61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2" y="120"/>
                    <a:pt x="88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7" name="Freeform 18 1">
              <a:extLst>
                <a:ext uri="{FF2B5EF4-FFF2-40B4-BE49-F238E27FC236}">
                  <a16:creationId xmlns:a16="http://schemas.microsoft.com/office/drawing/2014/main" id="{F00D9BA8-D2A5-B4EF-62CC-FE90A9990C50}"/>
                </a:ext>
              </a:extLst>
            </p:cNvPr>
            <p:cNvSpPr>
              <a:spLocks noEditPoints="1"/>
            </p:cNvSpPr>
            <p:nvPr>
              <p:custDataLst>
                <p:tags r:id="rId104"/>
              </p:custDataLst>
            </p:nvPr>
          </p:nvSpPr>
          <p:spPr bwMode="auto">
            <a:xfrm>
              <a:off x="9894888" y="6462713"/>
              <a:ext cx="74613" cy="238125"/>
            </a:xfrm>
            <a:custGeom>
              <a:avLst/>
              <a:gdLst>
                <a:gd name="T0" fmla="*/ 72 w 106"/>
                <a:gd name="T1" fmla="*/ 113 h 334"/>
                <a:gd name="T2" fmla="*/ 2 w 106"/>
                <a:gd name="T3" fmla="*/ 119 h 334"/>
                <a:gd name="T4" fmla="*/ 2 w 106"/>
                <a:gd name="T5" fmla="*/ 134 h 334"/>
                <a:gd name="T6" fmla="*/ 39 w 106"/>
                <a:gd name="T7" fmla="*/ 161 h 334"/>
                <a:gd name="T8" fmla="*/ 39 w 106"/>
                <a:gd name="T9" fmla="*/ 296 h 334"/>
                <a:gd name="T10" fmla="*/ 0 w 106"/>
                <a:gd name="T11" fmla="*/ 318 h 334"/>
                <a:gd name="T12" fmla="*/ 0 w 106"/>
                <a:gd name="T13" fmla="*/ 334 h 334"/>
                <a:gd name="T14" fmla="*/ 55 w 106"/>
                <a:gd name="T15" fmla="*/ 332 h 334"/>
                <a:gd name="T16" fmla="*/ 106 w 106"/>
                <a:gd name="T17" fmla="*/ 334 h 334"/>
                <a:gd name="T18" fmla="*/ 106 w 106"/>
                <a:gd name="T19" fmla="*/ 318 h 334"/>
                <a:gd name="T20" fmla="*/ 72 w 106"/>
                <a:gd name="T21" fmla="*/ 296 h 334"/>
                <a:gd name="T22" fmla="*/ 72 w 106"/>
                <a:gd name="T23" fmla="*/ 113 h 334"/>
                <a:gd name="T24" fmla="*/ 73 w 106"/>
                <a:gd name="T25" fmla="*/ 26 h 334"/>
                <a:gd name="T26" fmla="*/ 47 w 106"/>
                <a:gd name="T27" fmla="*/ 0 h 334"/>
                <a:gd name="T28" fmla="*/ 21 w 106"/>
                <a:gd name="T29" fmla="*/ 26 h 334"/>
                <a:gd name="T30" fmla="*/ 47 w 106"/>
                <a:gd name="T31" fmla="*/ 53 h 334"/>
                <a:gd name="T32" fmla="*/ 73 w 106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1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89" y="333"/>
                    <a:pt x="106" y="334"/>
                  </a:cubicBezTo>
                  <a:lnTo>
                    <a:pt x="106" y="318"/>
                  </a:lnTo>
                  <a:cubicBezTo>
                    <a:pt x="73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3" y="26"/>
                  </a:moveTo>
                  <a:cubicBezTo>
                    <a:pt x="73" y="10"/>
                    <a:pt x="61" y="0"/>
                    <a:pt x="47" y="0"/>
                  </a:cubicBezTo>
                  <a:cubicBezTo>
                    <a:pt x="32" y="0"/>
                    <a:pt x="21" y="13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3" y="42"/>
                    <a:pt x="73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8" name="Freeform 19 1">
              <a:extLst>
                <a:ext uri="{FF2B5EF4-FFF2-40B4-BE49-F238E27FC236}">
                  <a16:creationId xmlns:a16="http://schemas.microsoft.com/office/drawing/2014/main" id="{DE63FE2A-D52B-7BF3-9A05-B877EE798B0C}"/>
                </a:ext>
              </a:extLst>
            </p:cNvPr>
            <p:cNvSpPr>
              <a:spLocks/>
            </p:cNvSpPr>
            <p:nvPr>
              <p:custDataLst>
                <p:tags r:id="rId105"/>
              </p:custDataLst>
            </p:nvPr>
          </p:nvSpPr>
          <p:spPr bwMode="auto">
            <a:xfrm>
              <a:off x="9991725" y="6543676"/>
              <a:ext cx="177800" cy="157163"/>
            </a:xfrm>
            <a:custGeom>
              <a:avLst/>
              <a:gdLst>
                <a:gd name="T0" fmla="*/ 38 w 250"/>
                <a:gd name="T1" fmla="*/ 49 h 221"/>
                <a:gd name="T2" fmla="*/ 38 w 250"/>
                <a:gd name="T3" fmla="*/ 183 h 221"/>
                <a:gd name="T4" fmla="*/ 0 w 250"/>
                <a:gd name="T5" fmla="*/ 205 h 221"/>
                <a:gd name="T6" fmla="*/ 0 w 250"/>
                <a:gd name="T7" fmla="*/ 221 h 221"/>
                <a:gd name="T8" fmla="*/ 56 w 250"/>
                <a:gd name="T9" fmla="*/ 219 h 221"/>
                <a:gd name="T10" fmla="*/ 112 w 250"/>
                <a:gd name="T11" fmla="*/ 221 h 221"/>
                <a:gd name="T12" fmla="*/ 112 w 250"/>
                <a:gd name="T13" fmla="*/ 205 h 221"/>
                <a:gd name="T14" fmla="*/ 73 w 250"/>
                <a:gd name="T15" fmla="*/ 183 h 221"/>
                <a:gd name="T16" fmla="*/ 73 w 250"/>
                <a:gd name="T17" fmla="*/ 91 h 221"/>
                <a:gd name="T18" fmla="*/ 140 w 250"/>
                <a:gd name="T19" fmla="*/ 11 h 221"/>
                <a:gd name="T20" fmla="*/ 177 w 250"/>
                <a:gd name="T21" fmla="*/ 66 h 221"/>
                <a:gd name="T22" fmla="*/ 177 w 250"/>
                <a:gd name="T23" fmla="*/ 183 h 221"/>
                <a:gd name="T24" fmla="*/ 138 w 250"/>
                <a:gd name="T25" fmla="*/ 205 h 221"/>
                <a:gd name="T26" fmla="*/ 138 w 250"/>
                <a:gd name="T27" fmla="*/ 221 h 221"/>
                <a:gd name="T28" fmla="*/ 194 w 250"/>
                <a:gd name="T29" fmla="*/ 219 h 221"/>
                <a:gd name="T30" fmla="*/ 250 w 250"/>
                <a:gd name="T31" fmla="*/ 221 h 221"/>
                <a:gd name="T32" fmla="*/ 250 w 250"/>
                <a:gd name="T33" fmla="*/ 205 h 221"/>
                <a:gd name="T34" fmla="*/ 211 w 250"/>
                <a:gd name="T35" fmla="*/ 190 h 221"/>
                <a:gd name="T36" fmla="*/ 211 w 250"/>
                <a:gd name="T37" fmla="*/ 95 h 221"/>
                <a:gd name="T38" fmla="*/ 196 w 250"/>
                <a:gd name="T39" fmla="*/ 19 h 221"/>
                <a:gd name="T40" fmla="*/ 144 w 250"/>
                <a:gd name="T41" fmla="*/ 0 h 221"/>
                <a:gd name="T42" fmla="*/ 70 w 250"/>
                <a:gd name="T43" fmla="*/ 52 h 221"/>
                <a:gd name="T44" fmla="*/ 70 w 250"/>
                <a:gd name="T45" fmla="*/ 0 h 221"/>
                <a:gd name="T46" fmla="*/ 0 w 250"/>
                <a:gd name="T47" fmla="*/ 6 h 221"/>
                <a:gd name="T48" fmla="*/ 0 w 250"/>
                <a:gd name="T49" fmla="*/ 21 h 221"/>
                <a:gd name="T50" fmla="*/ 38 w 250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0" h="221">
                  <a:moveTo>
                    <a:pt x="38" y="49"/>
                  </a:moveTo>
                  <a:lnTo>
                    <a:pt x="38" y="183"/>
                  </a:lnTo>
                  <a:cubicBezTo>
                    <a:pt x="38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2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8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8" y="11"/>
                    <a:pt x="140" y="11"/>
                  </a:cubicBezTo>
                  <a:cubicBezTo>
                    <a:pt x="172" y="11"/>
                    <a:pt x="177" y="38"/>
                    <a:pt x="177" y="66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8" y="205"/>
                  </a:cubicBezTo>
                  <a:lnTo>
                    <a:pt x="138" y="221"/>
                  </a:lnTo>
                  <a:cubicBezTo>
                    <a:pt x="156" y="220"/>
                    <a:pt x="181" y="219"/>
                    <a:pt x="194" y="219"/>
                  </a:cubicBezTo>
                  <a:cubicBezTo>
                    <a:pt x="207" y="219"/>
                    <a:pt x="233" y="220"/>
                    <a:pt x="250" y="221"/>
                  </a:cubicBezTo>
                  <a:lnTo>
                    <a:pt x="250" y="205"/>
                  </a:lnTo>
                  <a:cubicBezTo>
                    <a:pt x="224" y="205"/>
                    <a:pt x="212" y="205"/>
                    <a:pt x="211" y="190"/>
                  </a:cubicBezTo>
                  <a:lnTo>
                    <a:pt x="211" y="95"/>
                  </a:lnTo>
                  <a:cubicBezTo>
                    <a:pt x="211" y="52"/>
                    <a:pt x="211" y="36"/>
                    <a:pt x="196" y="19"/>
                  </a:cubicBezTo>
                  <a:cubicBezTo>
                    <a:pt x="189" y="10"/>
                    <a:pt x="172" y="0"/>
                    <a:pt x="144" y="0"/>
                  </a:cubicBezTo>
                  <a:cubicBezTo>
                    <a:pt x="107" y="0"/>
                    <a:pt x="84" y="22"/>
                    <a:pt x="70" y="52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4" y="21"/>
                    <a:pt x="38" y="25"/>
                    <a:pt x="38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04F981B2-BEAD-E6EB-51AF-5BC0D7042F73}"/>
                </a:ext>
              </a:extLst>
            </p:cNvPr>
            <p:cNvSpPr>
              <a:spLocks noEditPoints="1"/>
            </p:cNvSpPr>
            <p:nvPr>
              <p:custDataLst>
                <p:tags r:id="rId106"/>
              </p:custDataLst>
            </p:nvPr>
          </p:nvSpPr>
          <p:spPr bwMode="auto">
            <a:xfrm>
              <a:off x="10248900" y="6450013"/>
              <a:ext cx="146050" cy="254000"/>
            </a:xfrm>
            <a:custGeom>
              <a:avLst/>
              <a:gdLst>
                <a:gd name="T0" fmla="*/ 206 w 206"/>
                <a:gd name="T1" fmla="*/ 102 h 357"/>
                <a:gd name="T2" fmla="*/ 146 w 206"/>
                <a:gd name="T3" fmla="*/ 0 h 357"/>
                <a:gd name="T4" fmla="*/ 0 w 206"/>
                <a:gd name="T5" fmla="*/ 255 h 357"/>
                <a:gd name="T6" fmla="*/ 60 w 206"/>
                <a:gd name="T7" fmla="*/ 357 h 357"/>
                <a:gd name="T8" fmla="*/ 206 w 206"/>
                <a:gd name="T9" fmla="*/ 102 h 357"/>
                <a:gd name="T10" fmla="*/ 53 w 206"/>
                <a:gd name="T11" fmla="*/ 170 h 357"/>
                <a:gd name="T12" fmla="*/ 92 w 206"/>
                <a:gd name="T13" fmla="*/ 63 h 357"/>
                <a:gd name="T14" fmla="*/ 146 w 206"/>
                <a:gd name="T15" fmla="*/ 11 h 357"/>
                <a:gd name="T16" fmla="*/ 173 w 206"/>
                <a:gd name="T17" fmla="*/ 71 h 357"/>
                <a:gd name="T18" fmla="*/ 157 w 206"/>
                <a:gd name="T19" fmla="*/ 170 h 357"/>
                <a:gd name="T20" fmla="*/ 53 w 206"/>
                <a:gd name="T21" fmla="*/ 170 h 357"/>
                <a:gd name="T22" fmla="*/ 153 w 206"/>
                <a:gd name="T23" fmla="*/ 186 h 357"/>
                <a:gd name="T24" fmla="*/ 118 w 206"/>
                <a:gd name="T25" fmla="*/ 288 h 357"/>
                <a:gd name="T26" fmla="*/ 60 w 206"/>
                <a:gd name="T27" fmla="*/ 346 h 357"/>
                <a:gd name="T28" fmla="*/ 33 w 206"/>
                <a:gd name="T29" fmla="*/ 285 h 357"/>
                <a:gd name="T30" fmla="*/ 49 w 206"/>
                <a:gd name="T31" fmla="*/ 186 h 357"/>
                <a:gd name="T32" fmla="*/ 153 w 206"/>
                <a:gd name="T33" fmla="*/ 18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6" h="357">
                  <a:moveTo>
                    <a:pt x="206" y="102"/>
                  </a:moveTo>
                  <a:cubicBezTo>
                    <a:pt x="206" y="69"/>
                    <a:pt x="197" y="0"/>
                    <a:pt x="146" y="0"/>
                  </a:cubicBezTo>
                  <a:cubicBezTo>
                    <a:pt x="77" y="0"/>
                    <a:pt x="0" y="141"/>
                    <a:pt x="0" y="255"/>
                  </a:cubicBezTo>
                  <a:cubicBezTo>
                    <a:pt x="0" y="302"/>
                    <a:pt x="15" y="357"/>
                    <a:pt x="60" y="357"/>
                  </a:cubicBezTo>
                  <a:cubicBezTo>
                    <a:pt x="131" y="357"/>
                    <a:pt x="206" y="214"/>
                    <a:pt x="206" y="102"/>
                  </a:cubicBezTo>
                  <a:close/>
                  <a:moveTo>
                    <a:pt x="53" y="170"/>
                  </a:moveTo>
                  <a:cubicBezTo>
                    <a:pt x="62" y="139"/>
                    <a:pt x="72" y="99"/>
                    <a:pt x="92" y="63"/>
                  </a:cubicBezTo>
                  <a:cubicBezTo>
                    <a:pt x="105" y="39"/>
                    <a:pt x="124" y="11"/>
                    <a:pt x="146" y="11"/>
                  </a:cubicBezTo>
                  <a:cubicBezTo>
                    <a:pt x="170" y="11"/>
                    <a:pt x="173" y="43"/>
                    <a:pt x="173" y="71"/>
                  </a:cubicBezTo>
                  <a:cubicBezTo>
                    <a:pt x="173" y="96"/>
                    <a:pt x="169" y="121"/>
                    <a:pt x="157" y="170"/>
                  </a:cubicBezTo>
                  <a:lnTo>
                    <a:pt x="53" y="170"/>
                  </a:lnTo>
                  <a:close/>
                  <a:moveTo>
                    <a:pt x="153" y="186"/>
                  </a:moveTo>
                  <a:cubicBezTo>
                    <a:pt x="147" y="209"/>
                    <a:pt x="137" y="252"/>
                    <a:pt x="118" y="288"/>
                  </a:cubicBezTo>
                  <a:cubicBezTo>
                    <a:pt x="101" y="322"/>
                    <a:pt x="82" y="346"/>
                    <a:pt x="60" y="346"/>
                  </a:cubicBezTo>
                  <a:cubicBezTo>
                    <a:pt x="44" y="346"/>
                    <a:pt x="33" y="332"/>
                    <a:pt x="33" y="285"/>
                  </a:cubicBezTo>
                  <a:cubicBezTo>
                    <a:pt x="33" y="264"/>
                    <a:pt x="36" y="235"/>
                    <a:pt x="49" y="186"/>
                  </a:cubicBezTo>
                  <a:lnTo>
                    <a:pt x="153" y="18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30" name="グループ化 29" descr="\documentclass{article}&#10;\usepackage{amsmath,bm}&#10;\pagestyle{empty}&#10;\begin{document}&#10;&#10;$\tfrac{dC}{dt} = -kC^n$&#10;&#10;&#10;\end{document}" title="IguanaTex Vector Display">
            <a:extLst>
              <a:ext uri="{FF2B5EF4-FFF2-40B4-BE49-F238E27FC236}">
                <a16:creationId xmlns:a16="http://schemas.microsoft.com/office/drawing/2014/main" id="{9F5E5C40-5E45-8FCC-526B-06144B27D6E8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859754" y="4289325"/>
            <a:ext cx="1800226" cy="460507"/>
            <a:chOff x="6908800" y="6396038"/>
            <a:chExt cx="1800226" cy="412750"/>
          </a:xfrm>
        </p:grpSpPr>
        <p:sp>
          <p:nvSpPr>
            <p:cNvPr id="31" name="Freeform 50 1">
              <a:extLst>
                <a:ext uri="{FF2B5EF4-FFF2-40B4-BE49-F238E27FC236}">
                  <a16:creationId xmlns:a16="http://schemas.microsoft.com/office/drawing/2014/main" id="{C35B75E9-5632-CC94-82F5-C19A986BD965}"/>
                </a:ext>
              </a:extLst>
            </p:cNvPr>
            <p:cNvSpPr>
              <a:spLocks noEditPoints="1"/>
            </p:cNvSpPr>
            <p:nvPr>
              <p:custDataLst>
                <p:tags r:id="rId83"/>
              </p:custDataLst>
            </p:nvPr>
          </p:nvSpPr>
          <p:spPr bwMode="auto">
            <a:xfrm>
              <a:off x="6924675" y="6397626"/>
              <a:ext cx="127000" cy="165100"/>
            </a:xfrm>
            <a:custGeom>
              <a:avLst/>
              <a:gdLst>
                <a:gd name="T0" fmla="*/ 178 w 179"/>
                <a:gd name="T1" fmla="*/ 11 h 246"/>
                <a:gd name="T2" fmla="*/ 179 w 179"/>
                <a:gd name="T3" fmla="*/ 5 h 246"/>
                <a:gd name="T4" fmla="*/ 173 w 179"/>
                <a:gd name="T5" fmla="*/ 0 h 246"/>
                <a:gd name="T6" fmla="*/ 129 w 179"/>
                <a:gd name="T7" fmla="*/ 4 h 246"/>
                <a:gd name="T8" fmla="*/ 121 w 179"/>
                <a:gd name="T9" fmla="*/ 12 h 246"/>
                <a:gd name="T10" fmla="*/ 130 w 179"/>
                <a:gd name="T11" fmla="*/ 17 h 246"/>
                <a:gd name="T12" fmla="*/ 147 w 179"/>
                <a:gd name="T13" fmla="*/ 22 h 246"/>
                <a:gd name="T14" fmla="*/ 146 w 179"/>
                <a:gd name="T15" fmla="*/ 29 h 246"/>
                <a:gd name="T16" fmla="*/ 126 w 179"/>
                <a:gd name="T17" fmla="*/ 109 h 246"/>
                <a:gd name="T18" fmla="*/ 90 w 179"/>
                <a:gd name="T19" fmla="*/ 88 h 246"/>
                <a:gd name="T20" fmla="*/ 0 w 179"/>
                <a:gd name="T21" fmla="*/ 188 h 246"/>
                <a:gd name="T22" fmla="*/ 52 w 179"/>
                <a:gd name="T23" fmla="*/ 246 h 246"/>
                <a:gd name="T24" fmla="*/ 102 w 179"/>
                <a:gd name="T25" fmla="*/ 221 h 246"/>
                <a:gd name="T26" fmla="*/ 138 w 179"/>
                <a:gd name="T27" fmla="*/ 246 h 246"/>
                <a:gd name="T28" fmla="*/ 165 w 179"/>
                <a:gd name="T29" fmla="*/ 227 h 246"/>
                <a:gd name="T30" fmla="*/ 178 w 179"/>
                <a:gd name="T31" fmla="*/ 192 h 246"/>
                <a:gd name="T32" fmla="*/ 172 w 179"/>
                <a:gd name="T33" fmla="*/ 188 h 246"/>
                <a:gd name="T34" fmla="*/ 164 w 179"/>
                <a:gd name="T35" fmla="*/ 199 h 246"/>
                <a:gd name="T36" fmla="*/ 139 w 179"/>
                <a:gd name="T37" fmla="*/ 236 h 246"/>
                <a:gd name="T38" fmla="*/ 127 w 179"/>
                <a:gd name="T39" fmla="*/ 219 h 246"/>
                <a:gd name="T40" fmla="*/ 129 w 179"/>
                <a:gd name="T41" fmla="*/ 205 h 246"/>
                <a:gd name="T42" fmla="*/ 178 w 179"/>
                <a:gd name="T43" fmla="*/ 11 h 246"/>
                <a:gd name="T44" fmla="*/ 103 w 179"/>
                <a:gd name="T45" fmla="*/ 199 h 246"/>
                <a:gd name="T46" fmla="*/ 86 w 179"/>
                <a:gd name="T47" fmla="*/ 222 h 246"/>
                <a:gd name="T48" fmla="*/ 54 w 179"/>
                <a:gd name="T49" fmla="*/ 236 h 246"/>
                <a:gd name="T50" fmla="*/ 28 w 179"/>
                <a:gd name="T51" fmla="*/ 202 h 246"/>
                <a:gd name="T52" fmla="*/ 46 w 179"/>
                <a:gd name="T53" fmla="*/ 131 h 246"/>
                <a:gd name="T54" fmla="*/ 90 w 179"/>
                <a:gd name="T55" fmla="*/ 98 h 246"/>
                <a:gd name="T56" fmla="*/ 121 w 179"/>
                <a:gd name="T57" fmla="*/ 129 h 246"/>
                <a:gd name="T58" fmla="*/ 120 w 179"/>
                <a:gd name="T59" fmla="*/ 133 h 246"/>
                <a:gd name="T60" fmla="*/ 103 w 179"/>
                <a:gd name="T61" fmla="*/ 19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6">
                  <a:moveTo>
                    <a:pt x="178" y="11"/>
                  </a:moveTo>
                  <a:cubicBezTo>
                    <a:pt x="178" y="10"/>
                    <a:pt x="179" y="5"/>
                    <a:pt x="179" y="5"/>
                  </a:cubicBezTo>
                  <a:cubicBezTo>
                    <a:pt x="179" y="3"/>
                    <a:pt x="178" y="0"/>
                    <a:pt x="173" y="0"/>
                  </a:cubicBezTo>
                  <a:cubicBezTo>
                    <a:pt x="167" y="0"/>
                    <a:pt x="138" y="3"/>
                    <a:pt x="129" y="4"/>
                  </a:cubicBezTo>
                  <a:cubicBezTo>
                    <a:pt x="126" y="4"/>
                    <a:pt x="121" y="4"/>
                    <a:pt x="121" y="12"/>
                  </a:cubicBezTo>
                  <a:cubicBezTo>
                    <a:pt x="121" y="17"/>
                    <a:pt x="126" y="17"/>
                    <a:pt x="130" y="17"/>
                  </a:cubicBezTo>
                  <a:cubicBezTo>
                    <a:pt x="147" y="17"/>
                    <a:pt x="147" y="19"/>
                    <a:pt x="147" y="22"/>
                  </a:cubicBezTo>
                  <a:cubicBezTo>
                    <a:pt x="147" y="24"/>
                    <a:pt x="146" y="26"/>
                    <a:pt x="146" y="29"/>
                  </a:cubicBezTo>
                  <a:lnTo>
                    <a:pt x="126" y="109"/>
                  </a:lnTo>
                  <a:cubicBezTo>
                    <a:pt x="118" y="97"/>
                    <a:pt x="107" y="88"/>
                    <a:pt x="90" y="88"/>
                  </a:cubicBezTo>
                  <a:cubicBezTo>
                    <a:pt x="45" y="88"/>
                    <a:pt x="0" y="138"/>
                    <a:pt x="0" y="188"/>
                  </a:cubicBezTo>
                  <a:cubicBezTo>
                    <a:pt x="0" y="222"/>
                    <a:pt x="22" y="246"/>
                    <a:pt x="52" y="246"/>
                  </a:cubicBezTo>
                  <a:cubicBezTo>
                    <a:pt x="71" y="246"/>
                    <a:pt x="88" y="235"/>
                    <a:pt x="102" y="221"/>
                  </a:cubicBezTo>
                  <a:cubicBezTo>
                    <a:pt x="109" y="242"/>
                    <a:pt x="129" y="246"/>
                    <a:pt x="138" y="246"/>
                  </a:cubicBezTo>
                  <a:cubicBezTo>
                    <a:pt x="150" y="246"/>
                    <a:pt x="159" y="238"/>
                    <a:pt x="165" y="227"/>
                  </a:cubicBezTo>
                  <a:cubicBezTo>
                    <a:pt x="173" y="214"/>
                    <a:pt x="178" y="194"/>
                    <a:pt x="178" y="192"/>
                  </a:cubicBezTo>
                  <a:cubicBezTo>
                    <a:pt x="178" y="188"/>
                    <a:pt x="173" y="188"/>
                    <a:pt x="172" y="188"/>
                  </a:cubicBezTo>
                  <a:cubicBezTo>
                    <a:pt x="167" y="188"/>
                    <a:pt x="167" y="189"/>
                    <a:pt x="164" y="199"/>
                  </a:cubicBezTo>
                  <a:cubicBezTo>
                    <a:pt x="160" y="215"/>
                    <a:pt x="154" y="236"/>
                    <a:pt x="139" y="236"/>
                  </a:cubicBezTo>
                  <a:cubicBezTo>
                    <a:pt x="130" y="236"/>
                    <a:pt x="127" y="228"/>
                    <a:pt x="127" y="219"/>
                  </a:cubicBezTo>
                  <a:cubicBezTo>
                    <a:pt x="127" y="212"/>
                    <a:pt x="128" y="209"/>
                    <a:pt x="129" y="205"/>
                  </a:cubicBezTo>
                  <a:lnTo>
                    <a:pt x="178" y="11"/>
                  </a:lnTo>
                  <a:close/>
                  <a:moveTo>
                    <a:pt x="103" y="199"/>
                  </a:moveTo>
                  <a:cubicBezTo>
                    <a:pt x="101" y="208"/>
                    <a:pt x="93" y="215"/>
                    <a:pt x="86" y="222"/>
                  </a:cubicBezTo>
                  <a:cubicBezTo>
                    <a:pt x="82" y="225"/>
                    <a:pt x="69" y="236"/>
                    <a:pt x="54" y="236"/>
                  </a:cubicBezTo>
                  <a:cubicBezTo>
                    <a:pt x="41" y="236"/>
                    <a:pt x="28" y="227"/>
                    <a:pt x="28" y="202"/>
                  </a:cubicBezTo>
                  <a:cubicBezTo>
                    <a:pt x="28" y="184"/>
                    <a:pt x="38" y="145"/>
                    <a:pt x="46" y="131"/>
                  </a:cubicBezTo>
                  <a:cubicBezTo>
                    <a:pt x="62" y="103"/>
                    <a:pt x="80" y="98"/>
                    <a:pt x="90" y="98"/>
                  </a:cubicBezTo>
                  <a:cubicBezTo>
                    <a:pt x="114" y="98"/>
                    <a:pt x="121" y="125"/>
                    <a:pt x="121" y="129"/>
                  </a:cubicBezTo>
                  <a:cubicBezTo>
                    <a:pt x="121" y="130"/>
                    <a:pt x="120" y="132"/>
                    <a:pt x="120" y="133"/>
                  </a:cubicBezTo>
                  <a:lnTo>
                    <a:pt x="103" y="19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84AD729F-F5CB-B13F-5877-D75CB750B607}"/>
                </a:ext>
              </a:extLst>
            </p:cNvPr>
            <p:cNvSpPr>
              <a:spLocks/>
            </p:cNvSpPr>
            <p:nvPr>
              <p:custDataLst>
                <p:tags r:id="rId84"/>
              </p:custDataLst>
            </p:nvPr>
          </p:nvSpPr>
          <p:spPr bwMode="auto">
            <a:xfrm>
              <a:off x="7073900" y="6396038"/>
              <a:ext cx="192088" cy="168275"/>
            </a:xfrm>
            <a:custGeom>
              <a:avLst/>
              <a:gdLst>
                <a:gd name="T0" fmla="*/ 270 w 270"/>
                <a:gd name="T1" fmla="*/ 5 h 252"/>
                <a:gd name="T2" fmla="*/ 265 w 270"/>
                <a:gd name="T3" fmla="*/ 0 h 252"/>
                <a:gd name="T4" fmla="*/ 259 w 270"/>
                <a:gd name="T5" fmla="*/ 4 h 252"/>
                <a:gd name="T6" fmla="*/ 234 w 270"/>
                <a:gd name="T7" fmla="*/ 31 h 252"/>
                <a:gd name="T8" fmla="*/ 168 w 270"/>
                <a:gd name="T9" fmla="*/ 0 h 252"/>
                <a:gd name="T10" fmla="*/ 0 w 270"/>
                <a:gd name="T11" fmla="*/ 154 h 252"/>
                <a:gd name="T12" fmla="*/ 107 w 270"/>
                <a:gd name="T13" fmla="*/ 252 h 252"/>
                <a:gd name="T14" fmla="*/ 195 w 270"/>
                <a:gd name="T15" fmla="*/ 218 h 252"/>
                <a:gd name="T16" fmla="*/ 231 w 270"/>
                <a:gd name="T17" fmla="*/ 162 h 252"/>
                <a:gd name="T18" fmla="*/ 225 w 270"/>
                <a:gd name="T19" fmla="*/ 157 h 252"/>
                <a:gd name="T20" fmla="*/ 218 w 270"/>
                <a:gd name="T21" fmla="*/ 163 h 252"/>
                <a:gd name="T22" fmla="*/ 113 w 270"/>
                <a:gd name="T23" fmla="*/ 240 h 252"/>
                <a:gd name="T24" fmla="*/ 35 w 270"/>
                <a:gd name="T25" fmla="*/ 165 h 252"/>
                <a:gd name="T26" fmla="*/ 78 w 270"/>
                <a:gd name="T27" fmla="*/ 55 h 252"/>
                <a:gd name="T28" fmla="*/ 171 w 270"/>
                <a:gd name="T29" fmla="*/ 13 h 252"/>
                <a:gd name="T30" fmla="*/ 236 w 270"/>
                <a:gd name="T31" fmla="*/ 81 h 252"/>
                <a:gd name="T32" fmla="*/ 235 w 270"/>
                <a:gd name="T33" fmla="*/ 95 h 252"/>
                <a:gd name="T34" fmla="*/ 241 w 270"/>
                <a:gd name="T35" fmla="*/ 100 h 252"/>
                <a:gd name="T36" fmla="*/ 248 w 270"/>
                <a:gd name="T37" fmla="*/ 92 h 252"/>
                <a:gd name="T38" fmla="*/ 270 w 270"/>
                <a:gd name="T39" fmla="*/ 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0" h="252">
                  <a:moveTo>
                    <a:pt x="270" y="5"/>
                  </a:moveTo>
                  <a:cubicBezTo>
                    <a:pt x="270" y="3"/>
                    <a:pt x="269" y="0"/>
                    <a:pt x="265" y="0"/>
                  </a:cubicBezTo>
                  <a:cubicBezTo>
                    <a:pt x="263" y="0"/>
                    <a:pt x="262" y="1"/>
                    <a:pt x="259" y="4"/>
                  </a:cubicBezTo>
                  <a:lnTo>
                    <a:pt x="234" y="31"/>
                  </a:lnTo>
                  <a:cubicBezTo>
                    <a:pt x="230" y="27"/>
                    <a:pt x="211" y="0"/>
                    <a:pt x="168" y="0"/>
                  </a:cubicBezTo>
                  <a:cubicBezTo>
                    <a:pt x="83" y="0"/>
                    <a:pt x="0" y="75"/>
                    <a:pt x="0" y="154"/>
                  </a:cubicBezTo>
                  <a:cubicBezTo>
                    <a:pt x="0" y="211"/>
                    <a:pt x="45" y="252"/>
                    <a:pt x="107" y="252"/>
                  </a:cubicBezTo>
                  <a:cubicBezTo>
                    <a:pt x="126" y="252"/>
                    <a:pt x="160" y="248"/>
                    <a:pt x="195" y="218"/>
                  </a:cubicBezTo>
                  <a:cubicBezTo>
                    <a:pt x="223" y="195"/>
                    <a:pt x="231" y="164"/>
                    <a:pt x="231" y="162"/>
                  </a:cubicBezTo>
                  <a:cubicBezTo>
                    <a:pt x="231" y="157"/>
                    <a:pt x="227" y="157"/>
                    <a:pt x="225" y="157"/>
                  </a:cubicBezTo>
                  <a:cubicBezTo>
                    <a:pt x="220" y="157"/>
                    <a:pt x="220" y="159"/>
                    <a:pt x="218" y="163"/>
                  </a:cubicBezTo>
                  <a:cubicBezTo>
                    <a:pt x="204" y="210"/>
                    <a:pt x="155" y="240"/>
                    <a:pt x="113" y="240"/>
                  </a:cubicBezTo>
                  <a:cubicBezTo>
                    <a:pt x="76" y="240"/>
                    <a:pt x="35" y="220"/>
                    <a:pt x="35" y="165"/>
                  </a:cubicBezTo>
                  <a:cubicBezTo>
                    <a:pt x="35" y="155"/>
                    <a:pt x="38" y="99"/>
                    <a:pt x="78" y="55"/>
                  </a:cubicBezTo>
                  <a:cubicBezTo>
                    <a:pt x="102" y="29"/>
                    <a:pt x="138" y="13"/>
                    <a:pt x="171" y="13"/>
                  </a:cubicBezTo>
                  <a:cubicBezTo>
                    <a:pt x="212" y="13"/>
                    <a:pt x="236" y="42"/>
                    <a:pt x="236" y="81"/>
                  </a:cubicBezTo>
                  <a:cubicBezTo>
                    <a:pt x="236" y="91"/>
                    <a:pt x="235" y="93"/>
                    <a:pt x="235" y="95"/>
                  </a:cubicBezTo>
                  <a:cubicBezTo>
                    <a:pt x="235" y="100"/>
                    <a:pt x="239" y="100"/>
                    <a:pt x="241" y="100"/>
                  </a:cubicBezTo>
                  <a:cubicBezTo>
                    <a:pt x="246" y="100"/>
                    <a:pt x="246" y="99"/>
                    <a:pt x="248" y="92"/>
                  </a:cubicBezTo>
                  <a:lnTo>
                    <a:pt x="270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3" name="Freeform 53">
              <a:extLst>
                <a:ext uri="{FF2B5EF4-FFF2-40B4-BE49-F238E27FC236}">
                  <a16:creationId xmlns:a16="http://schemas.microsoft.com/office/drawing/2014/main" id="{106B09E0-1238-C941-DE36-050FD6413509}"/>
                </a:ext>
              </a:extLst>
            </p:cNvPr>
            <p:cNvSpPr>
              <a:spLocks noEditPoints="1"/>
            </p:cNvSpPr>
            <p:nvPr>
              <p:custDataLst>
                <p:tags r:id="rId85"/>
              </p:custDataLst>
            </p:nvPr>
          </p:nvSpPr>
          <p:spPr bwMode="auto">
            <a:xfrm>
              <a:off x="6981825" y="6643688"/>
              <a:ext cx="127000" cy="165100"/>
            </a:xfrm>
            <a:custGeom>
              <a:avLst/>
              <a:gdLst>
                <a:gd name="T0" fmla="*/ 177 w 179"/>
                <a:gd name="T1" fmla="*/ 11 h 246"/>
                <a:gd name="T2" fmla="*/ 179 w 179"/>
                <a:gd name="T3" fmla="*/ 5 h 246"/>
                <a:gd name="T4" fmla="*/ 173 w 179"/>
                <a:gd name="T5" fmla="*/ 0 h 246"/>
                <a:gd name="T6" fmla="*/ 129 w 179"/>
                <a:gd name="T7" fmla="*/ 4 h 246"/>
                <a:gd name="T8" fmla="*/ 121 w 179"/>
                <a:gd name="T9" fmla="*/ 12 h 246"/>
                <a:gd name="T10" fmla="*/ 130 w 179"/>
                <a:gd name="T11" fmla="*/ 17 h 246"/>
                <a:gd name="T12" fmla="*/ 147 w 179"/>
                <a:gd name="T13" fmla="*/ 22 h 246"/>
                <a:gd name="T14" fmla="*/ 145 w 179"/>
                <a:gd name="T15" fmla="*/ 30 h 246"/>
                <a:gd name="T16" fmla="*/ 125 w 179"/>
                <a:gd name="T17" fmla="*/ 109 h 246"/>
                <a:gd name="T18" fmla="*/ 89 w 179"/>
                <a:gd name="T19" fmla="*/ 89 h 246"/>
                <a:gd name="T20" fmla="*/ 0 w 179"/>
                <a:gd name="T21" fmla="*/ 188 h 246"/>
                <a:gd name="T22" fmla="*/ 52 w 179"/>
                <a:gd name="T23" fmla="*/ 246 h 246"/>
                <a:gd name="T24" fmla="*/ 102 w 179"/>
                <a:gd name="T25" fmla="*/ 222 h 246"/>
                <a:gd name="T26" fmla="*/ 138 w 179"/>
                <a:gd name="T27" fmla="*/ 246 h 246"/>
                <a:gd name="T28" fmla="*/ 165 w 179"/>
                <a:gd name="T29" fmla="*/ 228 h 246"/>
                <a:gd name="T30" fmla="*/ 177 w 179"/>
                <a:gd name="T31" fmla="*/ 193 h 246"/>
                <a:gd name="T32" fmla="*/ 172 w 179"/>
                <a:gd name="T33" fmla="*/ 188 h 246"/>
                <a:gd name="T34" fmla="*/ 164 w 179"/>
                <a:gd name="T35" fmla="*/ 199 h 246"/>
                <a:gd name="T36" fmla="*/ 139 w 179"/>
                <a:gd name="T37" fmla="*/ 236 h 246"/>
                <a:gd name="T38" fmla="*/ 127 w 179"/>
                <a:gd name="T39" fmla="*/ 219 h 246"/>
                <a:gd name="T40" fmla="*/ 129 w 179"/>
                <a:gd name="T41" fmla="*/ 205 h 246"/>
                <a:gd name="T42" fmla="*/ 177 w 179"/>
                <a:gd name="T43" fmla="*/ 11 h 246"/>
                <a:gd name="T44" fmla="*/ 103 w 179"/>
                <a:gd name="T45" fmla="*/ 199 h 246"/>
                <a:gd name="T46" fmla="*/ 85 w 179"/>
                <a:gd name="T47" fmla="*/ 222 h 246"/>
                <a:gd name="T48" fmla="*/ 53 w 179"/>
                <a:gd name="T49" fmla="*/ 236 h 246"/>
                <a:gd name="T50" fmla="*/ 28 w 179"/>
                <a:gd name="T51" fmla="*/ 202 h 246"/>
                <a:gd name="T52" fmla="*/ 46 w 179"/>
                <a:gd name="T53" fmla="*/ 132 h 246"/>
                <a:gd name="T54" fmla="*/ 89 w 179"/>
                <a:gd name="T55" fmla="*/ 98 h 246"/>
                <a:gd name="T56" fmla="*/ 121 w 179"/>
                <a:gd name="T57" fmla="*/ 129 h 246"/>
                <a:gd name="T58" fmla="*/ 119 w 179"/>
                <a:gd name="T59" fmla="*/ 134 h 246"/>
                <a:gd name="T60" fmla="*/ 103 w 179"/>
                <a:gd name="T61" fmla="*/ 19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6">
                  <a:moveTo>
                    <a:pt x="177" y="11"/>
                  </a:moveTo>
                  <a:cubicBezTo>
                    <a:pt x="178" y="10"/>
                    <a:pt x="179" y="6"/>
                    <a:pt x="179" y="5"/>
                  </a:cubicBezTo>
                  <a:cubicBezTo>
                    <a:pt x="179" y="4"/>
                    <a:pt x="177" y="0"/>
                    <a:pt x="173" y="0"/>
                  </a:cubicBezTo>
                  <a:cubicBezTo>
                    <a:pt x="166" y="0"/>
                    <a:pt x="137" y="3"/>
                    <a:pt x="129" y="4"/>
                  </a:cubicBezTo>
                  <a:cubicBezTo>
                    <a:pt x="126" y="4"/>
                    <a:pt x="121" y="5"/>
                    <a:pt x="121" y="12"/>
                  </a:cubicBezTo>
                  <a:cubicBezTo>
                    <a:pt x="121" y="17"/>
                    <a:pt x="126" y="17"/>
                    <a:pt x="130" y="17"/>
                  </a:cubicBezTo>
                  <a:cubicBezTo>
                    <a:pt x="147" y="17"/>
                    <a:pt x="147" y="19"/>
                    <a:pt x="147" y="22"/>
                  </a:cubicBezTo>
                  <a:cubicBezTo>
                    <a:pt x="147" y="24"/>
                    <a:pt x="146" y="27"/>
                    <a:pt x="145" y="30"/>
                  </a:cubicBezTo>
                  <a:lnTo>
                    <a:pt x="125" y="109"/>
                  </a:lnTo>
                  <a:cubicBezTo>
                    <a:pt x="118" y="98"/>
                    <a:pt x="106" y="89"/>
                    <a:pt x="89" y="89"/>
                  </a:cubicBezTo>
                  <a:cubicBezTo>
                    <a:pt x="45" y="89"/>
                    <a:pt x="0" y="138"/>
                    <a:pt x="0" y="188"/>
                  </a:cubicBezTo>
                  <a:cubicBezTo>
                    <a:pt x="0" y="222"/>
                    <a:pt x="22" y="246"/>
                    <a:pt x="52" y="246"/>
                  </a:cubicBezTo>
                  <a:cubicBezTo>
                    <a:pt x="71" y="246"/>
                    <a:pt x="88" y="235"/>
                    <a:pt x="102" y="222"/>
                  </a:cubicBezTo>
                  <a:cubicBezTo>
                    <a:pt x="108" y="243"/>
                    <a:pt x="129" y="246"/>
                    <a:pt x="138" y="246"/>
                  </a:cubicBezTo>
                  <a:cubicBezTo>
                    <a:pt x="150" y="246"/>
                    <a:pt x="159" y="238"/>
                    <a:pt x="165" y="228"/>
                  </a:cubicBezTo>
                  <a:cubicBezTo>
                    <a:pt x="173" y="214"/>
                    <a:pt x="177" y="194"/>
                    <a:pt x="177" y="193"/>
                  </a:cubicBezTo>
                  <a:cubicBezTo>
                    <a:pt x="177" y="188"/>
                    <a:pt x="173" y="188"/>
                    <a:pt x="172" y="188"/>
                  </a:cubicBezTo>
                  <a:cubicBezTo>
                    <a:pt x="167" y="188"/>
                    <a:pt x="167" y="190"/>
                    <a:pt x="164" y="199"/>
                  </a:cubicBezTo>
                  <a:cubicBezTo>
                    <a:pt x="160" y="216"/>
                    <a:pt x="153" y="236"/>
                    <a:pt x="139" y="236"/>
                  </a:cubicBezTo>
                  <a:cubicBezTo>
                    <a:pt x="130" y="236"/>
                    <a:pt x="127" y="229"/>
                    <a:pt x="127" y="219"/>
                  </a:cubicBezTo>
                  <a:cubicBezTo>
                    <a:pt x="127" y="213"/>
                    <a:pt x="128" y="209"/>
                    <a:pt x="129" y="205"/>
                  </a:cubicBezTo>
                  <a:lnTo>
                    <a:pt x="177" y="11"/>
                  </a:lnTo>
                  <a:close/>
                  <a:moveTo>
                    <a:pt x="103" y="199"/>
                  </a:moveTo>
                  <a:cubicBezTo>
                    <a:pt x="101" y="209"/>
                    <a:pt x="93" y="216"/>
                    <a:pt x="85" y="222"/>
                  </a:cubicBezTo>
                  <a:cubicBezTo>
                    <a:pt x="82" y="225"/>
                    <a:pt x="68" y="236"/>
                    <a:pt x="53" y="236"/>
                  </a:cubicBezTo>
                  <a:cubicBezTo>
                    <a:pt x="40" y="236"/>
                    <a:pt x="28" y="227"/>
                    <a:pt x="28" y="202"/>
                  </a:cubicBezTo>
                  <a:cubicBezTo>
                    <a:pt x="28" y="184"/>
                    <a:pt x="38" y="146"/>
                    <a:pt x="46" y="132"/>
                  </a:cubicBezTo>
                  <a:cubicBezTo>
                    <a:pt x="62" y="104"/>
                    <a:pt x="80" y="98"/>
                    <a:pt x="89" y="98"/>
                  </a:cubicBezTo>
                  <a:cubicBezTo>
                    <a:pt x="114" y="98"/>
                    <a:pt x="121" y="125"/>
                    <a:pt x="121" y="129"/>
                  </a:cubicBezTo>
                  <a:cubicBezTo>
                    <a:pt x="121" y="130"/>
                    <a:pt x="120" y="133"/>
                    <a:pt x="119" y="134"/>
                  </a:cubicBezTo>
                  <a:lnTo>
                    <a:pt x="103" y="19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4" name="Freeform 54">
              <a:extLst>
                <a:ext uri="{FF2B5EF4-FFF2-40B4-BE49-F238E27FC236}">
                  <a16:creationId xmlns:a16="http://schemas.microsoft.com/office/drawing/2014/main" id="{F7B37EE4-F847-7F80-E4C8-905553CBC592}"/>
                </a:ext>
              </a:extLst>
            </p:cNvPr>
            <p:cNvSpPr>
              <a:spLocks/>
            </p:cNvSpPr>
            <p:nvPr>
              <p:custDataLst>
                <p:tags r:id="rId86"/>
              </p:custDataLst>
            </p:nvPr>
          </p:nvSpPr>
          <p:spPr bwMode="auto">
            <a:xfrm>
              <a:off x="7124700" y="6659563"/>
              <a:ext cx="84138" cy="149225"/>
            </a:xfrm>
            <a:custGeom>
              <a:avLst/>
              <a:gdLst>
                <a:gd name="T0" fmla="*/ 71 w 118"/>
                <a:gd name="T1" fmla="*/ 81 h 222"/>
                <a:gd name="T2" fmla="*/ 107 w 118"/>
                <a:gd name="T3" fmla="*/ 81 h 222"/>
                <a:gd name="T4" fmla="*/ 118 w 118"/>
                <a:gd name="T5" fmla="*/ 73 h 222"/>
                <a:gd name="T6" fmla="*/ 108 w 118"/>
                <a:gd name="T7" fmla="*/ 68 h 222"/>
                <a:gd name="T8" fmla="*/ 75 w 118"/>
                <a:gd name="T9" fmla="*/ 68 h 222"/>
                <a:gd name="T10" fmla="*/ 87 w 118"/>
                <a:gd name="T11" fmla="*/ 17 h 222"/>
                <a:gd name="T12" fmla="*/ 89 w 118"/>
                <a:gd name="T13" fmla="*/ 12 h 222"/>
                <a:gd name="T14" fmla="*/ 77 w 118"/>
                <a:gd name="T15" fmla="*/ 0 h 222"/>
                <a:gd name="T16" fmla="*/ 60 w 118"/>
                <a:gd name="T17" fmla="*/ 15 h 222"/>
                <a:gd name="T18" fmla="*/ 47 w 118"/>
                <a:gd name="T19" fmla="*/ 68 h 222"/>
                <a:gd name="T20" fmla="*/ 11 w 118"/>
                <a:gd name="T21" fmla="*/ 68 h 222"/>
                <a:gd name="T22" fmla="*/ 0 w 118"/>
                <a:gd name="T23" fmla="*/ 76 h 222"/>
                <a:gd name="T24" fmla="*/ 11 w 118"/>
                <a:gd name="T25" fmla="*/ 81 h 222"/>
                <a:gd name="T26" fmla="*/ 44 w 118"/>
                <a:gd name="T27" fmla="*/ 81 h 222"/>
                <a:gd name="T28" fmla="*/ 23 w 118"/>
                <a:gd name="T29" fmla="*/ 163 h 222"/>
                <a:gd name="T30" fmla="*/ 18 w 118"/>
                <a:gd name="T31" fmla="*/ 189 h 222"/>
                <a:gd name="T32" fmla="*/ 55 w 118"/>
                <a:gd name="T33" fmla="*/ 222 h 222"/>
                <a:gd name="T34" fmla="*/ 116 w 118"/>
                <a:gd name="T35" fmla="*/ 169 h 222"/>
                <a:gd name="T36" fmla="*/ 111 w 118"/>
                <a:gd name="T37" fmla="*/ 164 h 222"/>
                <a:gd name="T38" fmla="*/ 103 w 118"/>
                <a:gd name="T39" fmla="*/ 171 h 222"/>
                <a:gd name="T40" fmla="*/ 56 w 118"/>
                <a:gd name="T41" fmla="*/ 212 h 222"/>
                <a:gd name="T42" fmla="*/ 44 w 118"/>
                <a:gd name="T43" fmla="*/ 195 h 222"/>
                <a:gd name="T44" fmla="*/ 46 w 118"/>
                <a:gd name="T45" fmla="*/ 181 h 222"/>
                <a:gd name="T46" fmla="*/ 71 w 118"/>
                <a:gd name="T47" fmla="*/ 81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" h="222">
                  <a:moveTo>
                    <a:pt x="71" y="81"/>
                  </a:moveTo>
                  <a:lnTo>
                    <a:pt x="107" y="81"/>
                  </a:lnTo>
                  <a:cubicBezTo>
                    <a:pt x="114" y="81"/>
                    <a:pt x="118" y="81"/>
                    <a:pt x="118" y="73"/>
                  </a:cubicBezTo>
                  <a:cubicBezTo>
                    <a:pt x="118" y="68"/>
                    <a:pt x="114" y="68"/>
                    <a:pt x="108" y="68"/>
                  </a:cubicBezTo>
                  <a:lnTo>
                    <a:pt x="75" y="68"/>
                  </a:lnTo>
                  <a:lnTo>
                    <a:pt x="87" y="17"/>
                  </a:lnTo>
                  <a:cubicBezTo>
                    <a:pt x="88" y="15"/>
                    <a:pt x="89" y="13"/>
                    <a:pt x="89" y="12"/>
                  </a:cubicBezTo>
                  <a:cubicBezTo>
                    <a:pt x="89" y="5"/>
                    <a:pt x="84" y="0"/>
                    <a:pt x="77" y="0"/>
                  </a:cubicBezTo>
                  <a:cubicBezTo>
                    <a:pt x="68" y="0"/>
                    <a:pt x="63" y="6"/>
                    <a:pt x="60" y="15"/>
                  </a:cubicBezTo>
                  <a:cubicBezTo>
                    <a:pt x="58" y="24"/>
                    <a:pt x="62" y="7"/>
                    <a:pt x="47" y="68"/>
                  </a:cubicBezTo>
                  <a:lnTo>
                    <a:pt x="11" y="68"/>
                  </a:lnTo>
                  <a:cubicBezTo>
                    <a:pt x="5" y="68"/>
                    <a:pt x="0" y="68"/>
                    <a:pt x="0" y="76"/>
                  </a:cubicBezTo>
                  <a:cubicBezTo>
                    <a:pt x="0" y="81"/>
                    <a:pt x="4" y="81"/>
                    <a:pt x="11" y="81"/>
                  </a:cubicBezTo>
                  <a:lnTo>
                    <a:pt x="44" y="81"/>
                  </a:lnTo>
                  <a:lnTo>
                    <a:pt x="23" y="163"/>
                  </a:lnTo>
                  <a:cubicBezTo>
                    <a:pt x="21" y="172"/>
                    <a:pt x="18" y="184"/>
                    <a:pt x="18" y="189"/>
                  </a:cubicBezTo>
                  <a:cubicBezTo>
                    <a:pt x="18" y="210"/>
                    <a:pt x="36" y="222"/>
                    <a:pt x="55" y="222"/>
                  </a:cubicBezTo>
                  <a:cubicBezTo>
                    <a:pt x="94" y="222"/>
                    <a:pt x="116" y="173"/>
                    <a:pt x="116" y="169"/>
                  </a:cubicBezTo>
                  <a:cubicBezTo>
                    <a:pt x="116" y="164"/>
                    <a:pt x="112" y="164"/>
                    <a:pt x="111" y="164"/>
                  </a:cubicBezTo>
                  <a:cubicBezTo>
                    <a:pt x="106" y="164"/>
                    <a:pt x="106" y="165"/>
                    <a:pt x="103" y="171"/>
                  </a:cubicBezTo>
                  <a:cubicBezTo>
                    <a:pt x="93" y="193"/>
                    <a:pt x="76" y="212"/>
                    <a:pt x="56" y="212"/>
                  </a:cubicBezTo>
                  <a:cubicBezTo>
                    <a:pt x="49" y="212"/>
                    <a:pt x="44" y="208"/>
                    <a:pt x="44" y="195"/>
                  </a:cubicBezTo>
                  <a:cubicBezTo>
                    <a:pt x="44" y="192"/>
                    <a:pt x="46" y="184"/>
                    <a:pt x="46" y="181"/>
                  </a:cubicBezTo>
                  <a:lnTo>
                    <a:pt x="71" y="8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5" name="Freeform 55">
              <a:extLst>
                <a:ext uri="{FF2B5EF4-FFF2-40B4-BE49-F238E27FC236}">
                  <a16:creationId xmlns:a16="http://schemas.microsoft.com/office/drawing/2014/main" id="{46AA5937-3FED-9E77-3B07-3E3B706FFD7A}"/>
                </a:ext>
              </a:extLst>
            </p:cNvPr>
            <p:cNvSpPr>
              <a:spLocks noEditPoints="1"/>
            </p:cNvSpPr>
            <p:nvPr>
              <p:custDataLst>
                <p:tags r:id="rId87"/>
              </p:custDataLst>
            </p:nvPr>
          </p:nvSpPr>
          <p:spPr bwMode="auto">
            <a:xfrm>
              <a:off x="7439025" y="6569076"/>
              <a:ext cx="236538" cy="77788"/>
            </a:xfrm>
            <a:custGeom>
              <a:avLst/>
              <a:gdLst>
                <a:gd name="T0" fmla="*/ 315 w 332"/>
                <a:gd name="T1" fmla="*/ 20 h 116"/>
                <a:gd name="T2" fmla="*/ 332 w 332"/>
                <a:gd name="T3" fmla="*/ 10 h 116"/>
                <a:gd name="T4" fmla="*/ 315 w 332"/>
                <a:gd name="T5" fmla="*/ 0 h 116"/>
                <a:gd name="T6" fmla="*/ 17 w 332"/>
                <a:gd name="T7" fmla="*/ 0 h 116"/>
                <a:gd name="T8" fmla="*/ 0 w 332"/>
                <a:gd name="T9" fmla="*/ 10 h 116"/>
                <a:gd name="T10" fmla="*/ 17 w 332"/>
                <a:gd name="T11" fmla="*/ 20 h 116"/>
                <a:gd name="T12" fmla="*/ 315 w 332"/>
                <a:gd name="T13" fmla="*/ 20 h 116"/>
                <a:gd name="T14" fmla="*/ 315 w 332"/>
                <a:gd name="T15" fmla="*/ 116 h 116"/>
                <a:gd name="T16" fmla="*/ 332 w 332"/>
                <a:gd name="T17" fmla="*/ 106 h 116"/>
                <a:gd name="T18" fmla="*/ 315 w 332"/>
                <a:gd name="T19" fmla="*/ 96 h 116"/>
                <a:gd name="T20" fmla="*/ 17 w 332"/>
                <a:gd name="T21" fmla="*/ 96 h 116"/>
                <a:gd name="T22" fmla="*/ 0 w 332"/>
                <a:gd name="T23" fmla="*/ 106 h 116"/>
                <a:gd name="T24" fmla="*/ 17 w 332"/>
                <a:gd name="T25" fmla="*/ 116 h 116"/>
                <a:gd name="T26" fmla="*/ 315 w 332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2" h="116">
                  <a:moveTo>
                    <a:pt x="315" y="20"/>
                  </a:moveTo>
                  <a:cubicBezTo>
                    <a:pt x="322" y="20"/>
                    <a:pt x="332" y="20"/>
                    <a:pt x="332" y="10"/>
                  </a:cubicBezTo>
                  <a:cubicBezTo>
                    <a:pt x="332" y="0"/>
                    <a:pt x="322" y="0"/>
                    <a:pt x="315" y="0"/>
                  </a:cubicBezTo>
                  <a:lnTo>
                    <a:pt x="17" y="0"/>
                  </a:lnTo>
                  <a:cubicBezTo>
                    <a:pt x="10" y="0"/>
                    <a:pt x="0" y="0"/>
                    <a:pt x="0" y="10"/>
                  </a:cubicBezTo>
                  <a:cubicBezTo>
                    <a:pt x="0" y="20"/>
                    <a:pt x="10" y="20"/>
                    <a:pt x="17" y="20"/>
                  </a:cubicBezTo>
                  <a:lnTo>
                    <a:pt x="315" y="20"/>
                  </a:lnTo>
                  <a:close/>
                  <a:moveTo>
                    <a:pt x="315" y="116"/>
                  </a:moveTo>
                  <a:cubicBezTo>
                    <a:pt x="322" y="116"/>
                    <a:pt x="332" y="116"/>
                    <a:pt x="332" y="106"/>
                  </a:cubicBezTo>
                  <a:cubicBezTo>
                    <a:pt x="332" y="96"/>
                    <a:pt x="322" y="96"/>
                    <a:pt x="315" y="96"/>
                  </a:cubicBezTo>
                  <a:lnTo>
                    <a:pt x="17" y="96"/>
                  </a:lnTo>
                  <a:cubicBezTo>
                    <a:pt x="10" y="96"/>
                    <a:pt x="0" y="96"/>
                    <a:pt x="0" y="106"/>
                  </a:cubicBezTo>
                  <a:cubicBezTo>
                    <a:pt x="0" y="116"/>
                    <a:pt x="10" y="116"/>
                    <a:pt x="17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6" name="Freeform 56">
              <a:extLst>
                <a:ext uri="{FF2B5EF4-FFF2-40B4-BE49-F238E27FC236}">
                  <a16:creationId xmlns:a16="http://schemas.microsoft.com/office/drawing/2014/main" id="{3F105CA7-A591-BBC3-B92A-63AB9E8647B9}"/>
                </a:ext>
              </a:extLst>
            </p:cNvPr>
            <p:cNvSpPr>
              <a:spLocks/>
            </p:cNvSpPr>
            <p:nvPr>
              <p:custDataLst>
                <p:tags r:id="rId88"/>
              </p:custDataLst>
            </p:nvPr>
          </p:nvSpPr>
          <p:spPr bwMode="auto">
            <a:xfrm>
              <a:off x="7824788" y="6600826"/>
              <a:ext cx="215900" cy="14288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8" y="0"/>
                    <a:pt x="0" y="0"/>
                    <a:pt x="0" y="10"/>
                  </a:cubicBezTo>
                  <a:cubicBezTo>
                    <a:pt x="0" y="20"/>
                    <a:pt x="8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7" name="Freeform 57">
              <a:extLst>
                <a:ext uri="{FF2B5EF4-FFF2-40B4-BE49-F238E27FC236}">
                  <a16:creationId xmlns:a16="http://schemas.microsoft.com/office/drawing/2014/main" id="{65DA7C30-ADF5-14A8-FEE3-22C5DC7EC600}"/>
                </a:ext>
              </a:extLst>
            </p:cNvPr>
            <p:cNvSpPr>
              <a:spLocks/>
            </p:cNvSpPr>
            <p:nvPr>
              <p:custDataLst>
                <p:tags r:id="rId89"/>
              </p:custDataLst>
            </p:nvPr>
          </p:nvSpPr>
          <p:spPr bwMode="auto">
            <a:xfrm>
              <a:off x="8089900" y="6459538"/>
              <a:ext cx="161925" cy="234950"/>
            </a:xfrm>
            <a:custGeom>
              <a:avLst/>
              <a:gdLst>
                <a:gd name="T0" fmla="*/ 116 w 226"/>
                <a:gd name="T1" fmla="*/ 5 h 351"/>
                <a:gd name="T2" fmla="*/ 109 w 226"/>
                <a:gd name="T3" fmla="*/ 0 h 351"/>
                <a:gd name="T4" fmla="*/ 48 w 226"/>
                <a:gd name="T5" fmla="*/ 5 h 351"/>
                <a:gd name="T6" fmla="*/ 39 w 226"/>
                <a:gd name="T7" fmla="*/ 15 h 351"/>
                <a:gd name="T8" fmla="*/ 51 w 226"/>
                <a:gd name="T9" fmla="*/ 21 h 351"/>
                <a:gd name="T10" fmla="*/ 76 w 226"/>
                <a:gd name="T11" fmla="*/ 29 h 351"/>
                <a:gd name="T12" fmla="*/ 74 w 226"/>
                <a:gd name="T13" fmla="*/ 39 h 351"/>
                <a:gd name="T14" fmla="*/ 2 w 226"/>
                <a:gd name="T15" fmla="*/ 326 h 351"/>
                <a:gd name="T16" fmla="*/ 0 w 226"/>
                <a:gd name="T17" fmla="*/ 337 h 351"/>
                <a:gd name="T18" fmla="*/ 15 w 226"/>
                <a:gd name="T19" fmla="*/ 351 h 351"/>
                <a:gd name="T20" fmla="*/ 31 w 226"/>
                <a:gd name="T21" fmla="*/ 341 h 351"/>
                <a:gd name="T22" fmla="*/ 59 w 226"/>
                <a:gd name="T23" fmla="*/ 231 h 351"/>
                <a:gd name="T24" fmla="*/ 117 w 226"/>
                <a:gd name="T25" fmla="*/ 274 h 351"/>
                <a:gd name="T26" fmla="*/ 116 w 226"/>
                <a:gd name="T27" fmla="*/ 284 h 351"/>
                <a:gd name="T28" fmla="*/ 114 w 226"/>
                <a:gd name="T29" fmla="*/ 302 h 351"/>
                <a:gd name="T30" fmla="*/ 160 w 226"/>
                <a:gd name="T31" fmla="*/ 351 h 351"/>
                <a:gd name="T32" fmla="*/ 199 w 226"/>
                <a:gd name="T33" fmla="*/ 325 h 351"/>
                <a:gd name="T34" fmla="*/ 217 w 226"/>
                <a:gd name="T35" fmla="*/ 274 h 351"/>
                <a:gd name="T36" fmla="*/ 211 w 226"/>
                <a:gd name="T37" fmla="*/ 269 h 351"/>
                <a:gd name="T38" fmla="*/ 204 w 226"/>
                <a:gd name="T39" fmla="*/ 278 h 351"/>
                <a:gd name="T40" fmla="*/ 161 w 226"/>
                <a:gd name="T41" fmla="*/ 340 h 351"/>
                <a:gd name="T42" fmla="*/ 145 w 226"/>
                <a:gd name="T43" fmla="*/ 317 h 351"/>
                <a:gd name="T44" fmla="*/ 149 w 226"/>
                <a:gd name="T45" fmla="*/ 289 h 351"/>
                <a:gd name="T46" fmla="*/ 151 w 226"/>
                <a:gd name="T47" fmla="*/ 273 h 351"/>
                <a:gd name="T48" fmla="*/ 77 w 226"/>
                <a:gd name="T49" fmla="*/ 221 h 351"/>
                <a:gd name="T50" fmla="*/ 120 w 226"/>
                <a:gd name="T51" fmla="*/ 184 h 351"/>
                <a:gd name="T52" fmla="*/ 191 w 226"/>
                <a:gd name="T53" fmla="*/ 136 h 351"/>
                <a:gd name="T54" fmla="*/ 195 w 226"/>
                <a:gd name="T55" fmla="*/ 137 h 351"/>
                <a:gd name="T56" fmla="*/ 206 w 226"/>
                <a:gd name="T57" fmla="*/ 141 h 351"/>
                <a:gd name="T58" fmla="*/ 208 w 226"/>
                <a:gd name="T59" fmla="*/ 143 h 351"/>
                <a:gd name="T60" fmla="*/ 179 w 226"/>
                <a:gd name="T61" fmla="*/ 170 h 351"/>
                <a:gd name="T62" fmla="*/ 198 w 226"/>
                <a:gd name="T63" fmla="*/ 187 h 351"/>
                <a:gd name="T64" fmla="*/ 226 w 226"/>
                <a:gd name="T65" fmla="*/ 157 h 351"/>
                <a:gd name="T66" fmla="*/ 192 w 226"/>
                <a:gd name="T67" fmla="*/ 125 h 351"/>
                <a:gd name="T68" fmla="*/ 119 w 226"/>
                <a:gd name="T69" fmla="*/ 169 h 351"/>
                <a:gd name="T70" fmla="*/ 64 w 226"/>
                <a:gd name="T71" fmla="*/ 216 h 351"/>
                <a:gd name="T72" fmla="*/ 116 w 226"/>
                <a:gd name="T73" fmla="*/ 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6" h="351">
                  <a:moveTo>
                    <a:pt x="116" y="5"/>
                  </a:moveTo>
                  <a:cubicBezTo>
                    <a:pt x="116" y="5"/>
                    <a:pt x="116" y="0"/>
                    <a:pt x="109" y="0"/>
                  </a:cubicBezTo>
                  <a:cubicBezTo>
                    <a:pt x="98" y="0"/>
                    <a:pt x="61" y="4"/>
                    <a:pt x="48" y="5"/>
                  </a:cubicBezTo>
                  <a:cubicBezTo>
                    <a:pt x="44" y="5"/>
                    <a:pt x="39" y="6"/>
                    <a:pt x="39" y="15"/>
                  </a:cubicBezTo>
                  <a:cubicBezTo>
                    <a:pt x="39" y="21"/>
                    <a:pt x="43" y="21"/>
                    <a:pt x="51" y="21"/>
                  </a:cubicBezTo>
                  <a:cubicBezTo>
                    <a:pt x="75" y="21"/>
                    <a:pt x="76" y="24"/>
                    <a:pt x="76" y="29"/>
                  </a:cubicBezTo>
                  <a:lnTo>
                    <a:pt x="74" y="39"/>
                  </a:lnTo>
                  <a:lnTo>
                    <a:pt x="2" y="326"/>
                  </a:lnTo>
                  <a:cubicBezTo>
                    <a:pt x="0" y="333"/>
                    <a:pt x="0" y="334"/>
                    <a:pt x="0" y="337"/>
                  </a:cubicBezTo>
                  <a:cubicBezTo>
                    <a:pt x="0" y="349"/>
                    <a:pt x="10" y="351"/>
                    <a:pt x="15" y="351"/>
                  </a:cubicBezTo>
                  <a:cubicBezTo>
                    <a:pt x="21" y="351"/>
                    <a:pt x="28" y="347"/>
                    <a:pt x="31" y="341"/>
                  </a:cubicBezTo>
                  <a:cubicBezTo>
                    <a:pt x="34" y="336"/>
                    <a:pt x="56" y="244"/>
                    <a:pt x="59" y="231"/>
                  </a:cubicBezTo>
                  <a:cubicBezTo>
                    <a:pt x="76" y="233"/>
                    <a:pt x="117" y="241"/>
                    <a:pt x="117" y="274"/>
                  </a:cubicBezTo>
                  <a:cubicBezTo>
                    <a:pt x="117" y="277"/>
                    <a:pt x="117" y="279"/>
                    <a:pt x="116" y="284"/>
                  </a:cubicBezTo>
                  <a:cubicBezTo>
                    <a:pt x="115" y="290"/>
                    <a:pt x="114" y="296"/>
                    <a:pt x="114" y="302"/>
                  </a:cubicBezTo>
                  <a:cubicBezTo>
                    <a:pt x="114" y="331"/>
                    <a:pt x="134" y="351"/>
                    <a:pt x="160" y="351"/>
                  </a:cubicBezTo>
                  <a:cubicBezTo>
                    <a:pt x="174" y="351"/>
                    <a:pt x="188" y="343"/>
                    <a:pt x="199" y="325"/>
                  </a:cubicBezTo>
                  <a:cubicBezTo>
                    <a:pt x="211" y="303"/>
                    <a:pt x="217" y="275"/>
                    <a:pt x="217" y="274"/>
                  </a:cubicBezTo>
                  <a:cubicBezTo>
                    <a:pt x="217" y="269"/>
                    <a:pt x="212" y="269"/>
                    <a:pt x="211" y="269"/>
                  </a:cubicBezTo>
                  <a:cubicBezTo>
                    <a:pt x="206" y="269"/>
                    <a:pt x="205" y="271"/>
                    <a:pt x="204" y="278"/>
                  </a:cubicBezTo>
                  <a:cubicBezTo>
                    <a:pt x="194" y="315"/>
                    <a:pt x="182" y="340"/>
                    <a:pt x="161" y="340"/>
                  </a:cubicBezTo>
                  <a:cubicBezTo>
                    <a:pt x="151" y="340"/>
                    <a:pt x="145" y="335"/>
                    <a:pt x="145" y="317"/>
                  </a:cubicBezTo>
                  <a:cubicBezTo>
                    <a:pt x="145" y="308"/>
                    <a:pt x="147" y="297"/>
                    <a:pt x="149" y="289"/>
                  </a:cubicBezTo>
                  <a:cubicBezTo>
                    <a:pt x="151" y="280"/>
                    <a:pt x="151" y="278"/>
                    <a:pt x="151" y="273"/>
                  </a:cubicBezTo>
                  <a:cubicBezTo>
                    <a:pt x="151" y="241"/>
                    <a:pt x="119" y="227"/>
                    <a:pt x="77" y="221"/>
                  </a:cubicBezTo>
                  <a:cubicBezTo>
                    <a:pt x="92" y="212"/>
                    <a:pt x="108" y="196"/>
                    <a:pt x="120" y="184"/>
                  </a:cubicBezTo>
                  <a:cubicBezTo>
                    <a:pt x="144" y="158"/>
                    <a:pt x="166" y="136"/>
                    <a:pt x="191" y="136"/>
                  </a:cubicBezTo>
                  <a:cubicBezTo>
                    <a:pt x="194" y="136"/>
                    <a:pt x="194" y="136"/>
                    <a:pt x="195" y="137"/>
                  </a:cubicBezTo>
                  <a:cubicBezTo>
                    <a:pt x="201" y="138"/>
                    <a:pt x="202" y="138"/>
                    <a:pt x="206" y="141"/>
                  </a:cubicBezTo>
                  <a:cubicBezTo>
                    <a:pt x="207" y="141"/>
                    <a:pt x="207" y="142"/>
                    <a:pt x="208" y="143"/>
                  </a:cubicBezTo>
                  <a:cubicBezTo>
                    <a:pt x="184" y="144"/>
                    <a:pt x="179" y="164"/>
                    <a:pt x="179" y="170"/>
                  </a:cubicBezTo>
                  <a:cubicBezTo>
                    <a:pt x="179" y="178"/>
                    <a:pt x="185" y="187"/>
                    <a:pt x="198" y="187"/>
                  </a:cubicBezTo>
                  <a:cubicBezTo>
                    <a:pt x="211" y="187"/>
                    <a:pt x="226" y="176"/>
                    <a:pt x="226" y="157"/>
                  </a:cubicBezTo>
                  <a:cubicBezTo>
                    <a:pt x="226" y="142"/>
                    <a:pt x="214" y="125"/>
                    <a:pt x="192" y="125"/>
                  </a:cubicBezTo>
                  <a:cubicBezTo>
                    <a:pt x="178" y="125"/>
                    <a:pt x="155" y="129"/>
                    <a:pt x="119" y="169"/>
                  </a:cubicBezTo>
                  <a:cubicBezTo>
                    <a:pt x="102" y="188"/>
                    <a:pt x="83" y="208"/>
                    <a:pt x="64" y="216"/>
                  </a:cubicBezTo>
                  <a:lnTo>
                    <a:pt x="116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8" name="Freeform 58">
              <a:extLst>
                <a:ext uri="{FF2B5EF4-FFF2-40B4-BE49-F238E27FC236}">
                  <a16:creationId xmlns:a16="http://schemas.microsoft.com/office/drawing/2014/main" id="{0AF0059A-D620-9E02-9046-1A97C1818153}"/>
                </a:ext>
              </a:extLst>
            </p:cNvPr>
            <p:cNvSpPr>
              <a:spLocks/>
            </p:cNvSpPr>
            <p:nvPr>
              <p:custDataLst>
                <p:tags r:id="rId90"/>
              </p:custDataLst>
            </p:nvPr>
          </p:nvSpPr>
          <p:spPr bwMode="auto">
            <a:xfrm>
              <a:off x="8283575" y="6456363"/>
              <a:ext cx="252413" cy="242888"/>
            </a:xfrm>
            <a:custGeom>
              <a:avLst/>
              <a:gdLst>
                <a:gd name="T0" fmla="*/ 354 w 354"/>
                <a:gd name="T1" fmla="*/ 5 h 363"/>
                <a:gd name="T2" fmla="*/ 349 w 354"/>
                <a:gd name="T3" fmla="*/ 0 h 363"/>
                <a:gd name="T4" fmla="*/ 341 w 354"/>
                <a:gd name="T5" fmla="*/ 6 h 363"/>
                <a:gd name="T6" fmla="*/ 306 w 354"/>
                <a:gd name="T7" fmla="*/ 45 h 363"/>
                <a:gd name="T8" fmla="*/ 224 w 354"/>
                <a:gd name="T9" fmla="*/ 0 h 363"/>
                <a:gd name="T10" fmla="*/ 0 w 354"/>
                <a:gd name="T11" fmla="*/ 226 h 363"/>
                <a:gd name="T12" fmla="*/ 135 w 354"/>
                <a:gd name="T13" fmla="*/ 363 h 363"/>
                <a:gd name="T14" fmla="*/ 243 w 354"/>
                <a:gd name="T15" fmla="*/ 320 h 363"/>
                <a:gd name="T16" fmla="*/ 298 w 354"/>
                <a:gd name="T17" fmla="*/ 232 h 363"/>
                <a:gd name="T18" fmla="*/ 292 w 354"/>
                <a:gd name="T19" fmla="*/ 227 h 363"/>
                <a:gd name="T20" fmla="*/ 285 w 354"/>
                <a:gd name="T21" fmla="*/ 232 h 363"/>
                <a:gd name="T22" fmla="*/ 235 w 354"/>
                <a:gd name="T23" fmla="*/ 311 h 363"/>
                <a:gd name="T24" fmla="*/ 143 w 354"/>
                <a:gd name="T25" fmla="*/ 347 h 363"/>
                <a:gd name="T26" fmla="*/ 46 w 354"/>
                <a:gd name="T27" fmla="*/ 243 h 363"/>
                <a:gd name="T28" fmla="*/ 106 w 354"/>
                <a:gd name="T29" fmla="*/ 76 h 363"/>
                <a:gd name="T30" fmla="*/ 228 w 354"/>
                <a:gd name="T31" fmla="*/ 16 h 363"/>
                <a:gd name="T32" fmla="*/ 308 w 354"/>
                <a:gd name="T33" fmla="*/ 112 h 363"/>
                <a:gd name="T34" fmla="*/ 306 w 354"/>
                <a:gd name="T35" fmla="*/ 137 h 363"/>
                <a:gd name="T36" fmla="*/ 314 w 354"/>
                <a:gd name="T37" fmla="*/ 142 h 363"/>
                <a:gd name="T38" fmla="*/ 323 w 354"/>
                <a:gd name="T39" fmla="*/ 132 h 363"/>
                <a:gd name="T40" fmla="*/ 354 w 354"/>
                <a:gd name="T41" fmla="*/ 5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4" h="363">
                  <a:moveTo>
                    <a:pt x="354" y="5"/>
                  </a:moveTo>
                  <a:cubicBezTo>
                    <a:pt x="354" y="4"/>
                    <a:pt x="353" y="0"/>
                    <a:pt x="349" y="0"/>
                  </a:cubicBezTo>
                  <a:cubicBezTo>
                    <a:pt x="347" y="0"/>
                    <a:pt x="347" y="1"/>
                    <a:pt x="341" y="6"/>
                  </a:cubicBezTo>
                  <a:lnTo>
                    <a:pt x="306" y="45"/>
                  </a:lnTo>
                  <a:cubicBezTo>
                    <a:pt x="302" y="38"/>
                    <a:pt x="279" y="0"/>
                    <a:pt x="224" y="0"/>
                  </a:cubicBezTo>
                  <a:cubicBezTo>
                    <a:pt x="113" y="0"/>
                    <a:pt x="0" y="110"/>
                    <a:pt x="0" y="226"/>
                  </a:cubicBezTo>
                  <a:cubicBezTo>
                    <a:pt x="0" y="308"/>
                    <a:pt x="59" y="363"/>
                    <a:pt x="135" y="363"/>
                  </a:cubicBezTo>
                  <a:cubicBezTo>
                    <a:pt x="179" y="363"/>
                    <a:pt x="217" y="343"/>
                    <a:pt x="243" y="320"/>
                  </a:cubicBezTo>
                  <a:cubicBezTo>
                    <a:pt x="289" y="279"/>
                    <a:pt x="298" y="234"/>
                    <a:pt x="298" y="232"/>
                  </a:cubicBezTo>
                  <a:cubicBezTo>
                    <a:pt x="298" y="227"/>
                    <a:pt x="293" y="227"/>
                    <a:pt x="292" y="227"/>
                  </a:cubicBezTo>
                  <a:cubicBezTo>
                    <a:pt x="289" y="227"/>
                    <a:pt x="286" y="228"/>
                    <a:pt x="285" y="232"/>
                  </a:cubicBezTo>
                  <a:cubicBezTo>
                    <a:pt x="281" y="246"/>
                    <a:pt x="270" y="282"/>
                    <a:pt x="235" y="311"/>
                  </a:cubicBezTo>
                  <a:cubicBezTo>
                    <a:pt x="201" y="339"/>
                    <a:pt x="169" y="347"/>
                    <a:pt x="143" y="347"/>
                  </a:cubicBezTo>
                  <a:cubicBezTo>
                    <a:pt x="99" y="347"/>
                    <a:pt x="46" y="321"/>
                    <a:pt x="46" y="243"/>
                  </a:cubicBezTo>
                  <a:cubicBezTo>
                    <a:pt x="46" y="215"/>
                    <a:pt x="56" y="134"/>
                    <a:pt x="106" y="76"/>
                  </a:cubicBezTo>
                  <a:cubicBezTo>
                    <a:pt x="136" y="41"/>
                    <a:pt x="183" y="16"/>
                    <a:pt x="228" y="16"/>
                  </a:cubicBezTo>
                  <a:cubicBezTo>
                    <a:pt x="279" y="16"/>
                    <a:pt x="308" y="54"/>
                    <a:pt x="308" y="112"/>
                  </a:cubicBezTo>
                  <a:cubicBezTo>
                    <a:pt x="308" y="132"/>
                    <a:pt x="306" y="132"/>
                    <a:pt x="306" y="137"/>
                  </a:cubicBezTo>
                  <a:cubicBezTo>
                    <a:pt x="306" y="142"/>
                    <a:pt x="312" y="142"/>
                    <a:pt x="314" y="142"/>
                  </a:cubicBezTo>
                  <a:cubicBezTo>
                    <a:pt x="320" y="142"/>
                    <a:pt x="320" y="141"/>
                    <a:pt x="323" y="132"/>
                  </a:cubicBezTo>
                  <a:lnTo>
                    <a:pt x="354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9" name="Freeform 59">
              <a:extLst>
                <a:ext uri="{FF2B5EF4-FFF2-40B4-BE49-F238E27FC236}">
                  <a16:creationId xmlns:a16="http://schemas.microsoft.com/office/drawing/2014/main" id="{CF6CC80F-314F-C6B1-522A-D39BB5CE3CBE}"/>
                </a:ext>
              </a:extLst>
            </p:cNvPr>
            <p:cNvSpPr>
              <a:spLocks/>
            </p:cNvSpPr>
            <p:nvPr>
              <p:custDataLst>
                <p:tags r:id="rId91"/>
              </p:custDataLst>
            </p:nvPr>
          </p:nvSpPr>
          <p:spPr bwMode="auto">
            <a:xfrm>
              <a:off x="8558213" y="6467476"/>
              <a:ext cx="150813" cy="104775"/>
            </a:xfrm>
            <a:custGeom>
              <a:avLst/>
              <a:gdLst>
                <a:gd name="T0" fmla="*/ 26 w 213"/>
                <a:gd name="T1" fmla="*/ 132 h 157"/>
                <a:gd name="T2" fmla="*/ 23 w 213"/>
                <a:gd name="T3" fmla="*/ 146 h 157"/>
                <a:gd name="T4" fmla="*/ 34 w 213"/>
                <a:gd name="T5" fmla="*/ 157 h 157"/>
                <a:gd name="T6" fmla="*/ 48 w 213"/>
                <a:gd name="T7" fmla="*/ 149 h 157"/>
                <a:gd name="T8" fmla="*/ 54 w 213"/>
                <a:gd name="T9" fmla="*/ 128 h 157"/>
                <a:gd name="T10" fmla="*/ 62 w 213"/>
                <a:gd name="T11" fmla="*/ 96 h 157"/>
                <a:gd name="T12" fmla="*/ 68 w 213"/>
                <a:gd name="T13" fmla="*/ 73 h 157"/>
                <a:gd name="T14" fmla="*/ 83 w 213"/>
                <a:gd name="T15" fmla="*/ 42 h 157"/>
                <a:gd name="T16" fmla="*/ 135 w 213"/>
                <a:gd name="T17" fmla="*/ 9 h 157"/>
                <a:gd name="T18" fmla="*/ 155 w 213"/>
                <a:gd name="T19" fmla="*/ 34 h 157"/>
                <a:gd name="T20" fmla="*/ 135 w 213"/>
                <a:gd name="T21" fmla="*/ 108 h 157"/>
                <a:gd name="T22" fmla="*/ 130 w 213"/>
                <a:gd name="T23" fmla="*/ 127 h 157"/>
                <a:gd name="T24" fmla="*/ 163 w 213"/>
                <a:gd name="T25" fmla="*/ 157 h 157"/>
                <a:gd name="T26" fmla="*/ 213 w 213"/>
                <a:gd name="T27" fmla="*/ 104 h 157"/>
                <a:gd name="T28" fmla="*/ 207 w 213"/>
                <a:gd name="T29" fmla="*/ 99 h 157"/>
                <a:gd name="T30" fmla="*/ 201 w 213"/>
                <a:gd name="T31" fmla="*/ 105 h 157"/>
                <a:gd name="T32" fmla="*/ 164 w 213"/>
                <a:gd name="T33" fmla="*/ 147 h 157"/>
                <a:gd name="T34" fmla="*/ 155 w 213"/>
                <a:gd name="T35" fmla="*/ 135 h 157"/>
                <a:gd name="T36" fmla="*/ 163 w 213"/>
                <a:gd name="T37" fmla="*/ 107 h 157"/>
                <a:gd name="T38" fmla="*/ 182 w 213"/>
                <a:gd name="T39" fmla="*/ 39 h 157"/>
                <a:gd name="T40" fmla="*/ 136 w 213"/>
                <a:gd name="T41" fmla="*/ 0 h 157"/>
                <a:gd name="T42" fmla="*/ 77 w 213"/>
                <a:gd name="T43" fmla="*/ 31 h 157"/>
                <a:gd name="T44" fmla="*/ 40 w 213"/>
                <a:gd name="T45" fmla="*/ 0 h 157"/>
                <a:gd name="T46" fmla="*/ 12 w 213"/>
                <a:gd name="T47" fmla="*/ 19 h 157"/>
                <a:gd name="T48" fmla="*/ 0 w 213"/>
                <a:gd name="T49" fmla="*/ 53 h 157"/>
                <a:gd name="T50" fmla="*/ 6 w 213"/>
                <a:gd name="T51" fmla="*/ 58 h 157"/>
                <a:gd name="T52" fmla="*/ 13 w 213"/>
                <a:gd name="T53" fmla="*/ 47 h 157"/>
                <a:gd name="T54" fmla="*/ 39 w 213"/>
                <a:gd name="T55" fmla="*/ 9 h 157"/>
                <a:gd name="T56" fmla="*/ 50 w 213"/>
                <a:gd name="T57" fmla="*/ 27 h 157"/>
                <a:gd name="T58" fmla="*/ 45 w 213"/>
                <a:gd name="T59" fmla="*/ 56 h 157"/>
                <a:gd name="T60" fmla="*/ 37 w 213"/>
                <a:gd name="T61" fmla="*/ 87 h 157"/>
                <a:gd name="T62" fmla="*/ 26 w 213"/>
                <a:gd name="T63" fmla="*/ 1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" h="157">
                  <a:moveTo>
                    <a:pt x="26" y="132"/>
                  </a:moveTo>
                  <a:cubicBezTo>
                    <a:pt x="25" y="136"/>
                    <a:pt x="23" y="145"/>
                    <a:pt x="23" y="146"/>
                  </a:cubicBezTo>
                  <a:cubicBezTo>
                    <a:pt x="23" y="154"/>
                    <a:pt x="29" y="157"/>
                    <a:pt x="34" y="157"/>
                  </a:cubicBezTo>
                  <a:cubicBezTo>
                    <a:pt x="41" y="157"/>
                    <a:pt x="46" y="153"/>
                    <a:pt x="48" y="149"/>
                  </a:cubicBezTo>
                  <a:cubicBezTo>
                    <a:pt x="50" y="146"/>
                    <a:pt x="53" y="135"/>
                    <a:pt x="54" y="128"/>
                  </a:cubicBezTo>
                  <a:cubicBezTo>
                    <a:pt x="56" y="121"/>
                    <a:pt x="60" y="105"/>
                    <a:pt x="62" y="96"/>
                  </a:cubicBezTo>
                  <a:cubicBezTo>
                    <a:pt x="64" y="89"/>
                    <a:pt x="66" y="81"/>
                    <a:pt x="68" y="73"/>
                  </a:cubicBezTo>
                  <a:cubicBezTo>
                    <a:pt x="72" y="59"/>
                    <a:pt x="72" y="56"/>
                    <a:pt x="83" y="42"/>
                  </a:cubicBezTo>
                  <a:cubicBezTo>
                    <a:pt x="92" y="28"/>
                    <a:pt x="109" y="9"/>
                    <a:pt x="135" y="9"/>
                  </a:cubicBezTo>
                  <a:cubicBezTo>
                    <a:pt x="155" y="9"/>
                    <a:pt x="155" y="27"/>
                    <a:pt x="155" y="34"/>
                  </a:cubicBezTo>
                  <a:cubicBezTo>
                    <a:pt x="155" y="55"/>
                    <a:pt x="140" y="94"/>
                    <a:pt x="135" y="108"/>
                  </a:cubicBezTo>
                  <a:cubicBezTo>
                    <a:pt x="131" y="118"/>
                    <a:pt x="130" y="121"/>
                    <a:pt x="130" y="127"/>
                  </a:cubicBezTo>
                  <a:cubicBezTo>
                    <a:pt x="130" y="146"/>
                    <a:pt x="145" y="157"/>
                    <a:pt x="163" y="157"/>
                  </a:cubicBezTo>
                  <a:cubicBezTo>
                    <a:pt x="198" y="157"/>
                    <a:pt x="213" y="109"/>
                    <a:pt x="213" y="104"/>
                  </a:cubicBezTo>
                  <a:cubicBezTo>
                    <a:pt x="213" y="99"/>
                    <a:pt x="208" y="99"/>
                    <a:pt x="207" y="99"/>
                  </a:cubicBezTo>
                  <a:cubicBezTo>
                    <a:pt x="203" y="99"/>
                    <a:pt x="202" y="101"/>
                    <a:pt x="201" y="105"/>
                  </a:cubicBezTo>
                  <a:cubicBezTo>
                    <a:pt x="193" y="133"/>
                    <a:pt x="178" y="147"/>
                    <a:pt x="164" y="147"/>
                  </a:cubicBezTo>
                  <a:cubicBezTo>
                    <a:pt x="156" y="147"/>
                    <a:pt x="155" y="142"/>
                    <a:pt x="155" y="135"/>
                  </a:cubicBezTo>
                  <a:cubicBezTo>
                    <a:pt x="155" y="127"/>
                    <a:pt x="157" y="123"/>
                    <a:pt x="163" y="107"/>
                  </a:cubicBezTo>
                  <a:cubicBezTo>
                    <a:pt x="167" y="96"/>
                    <a:pt x="182" y="59"/>
                    <a:pt x="182" y="39"/>
                  </a:cubicBezTo>
                  <a:cubicBezTo>
                    <a:pt x="182" y="6"/>
                    <a:pt x="155" y="0"/>
                    <a:pt x="136" y="0"/>
                  </a:cubicBezTo>
                  <a:cubicBezTo>
                    <a:pt x="107" y="0"/>
                    <a:pt x="88" y="17"/>
                    <a:pt x="77" y="31"/>
                  </a:cubicBezTo>
                  <a:cubicBezTo>
                    <a:pt x="75" y="7"/>
                    <a:pt x="54" y="0"/>
                    <a:pt x="40" y="0"/>
                  </a:cubicBezTo>
                  <a:cubicBezTo>
                    <a:pt x="25" y="0"/>
                    <a:pt x="17" y="11"/>
                    <a:pt x="12" y="19"/>
                  </a:cubicBezTo>
                  <a:cubicBezTo>
                    <a:pt x="5" y="31"/>
                    <a:pt x="0" y="51"/>
                    <a:pt x="0" y="53"/>
                  </a:cubicBezTo>
                  <a:cubicBezTo>
                    <a:pt x="0" y="58"/>
                    <a:pt x="5" y="58"/>
                    <a:pt x="6" y="58"/>
                  </a:cubicBezTo>
                  <a:cubicBezTo>
                    <a:pt x="11" y="58"/>
                    <a:pt x="11" y="57"/>
                    <a:pt x="13" y="47"/>
                  </a:cubicBezTo>
                  <a:cubicBezTo>
                    <a:pt x="19" y="27"/>
                    <a:pt x="25" y="9"/>
                    <a:pt x="39" y="9"/>
                  </a:cubicBezTo>
                  <a:cubicBezTo>
                    <a:pt x="48" y="9"/>
                    <a:pt x="50" y="17"/>
                    <a:pt x="50" y="27"/>
                  </a:cubicBezTo>
                  <a:cubicBezTo>
                    <a:pt x="50" y="33"/>
                    <a:pt x="47" y="46"/>
                    <a:pt x="45" y="56"/>
                  </a:cubicBezTo>
                  <a:cubicBezTo>
                    <a:pt x="42" y="65"/>
                    <a:pt x="39" y="79"/>
                    <a:pt x="37" y="87"/>
                  </a:cubicBezTo>
                  <a:lnTo>
                    <a:pt x="26" y="13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0" name="Freeform 39 1">
              <a:extLst>
                <a:ext uri="{FF2B5EF4-FFF2-40B4-BE49-F238E27FC236}">
                  <a16:creationId xmlns:a16="http://schemas.microsoft.com/office/drawing/2014/main" id="{47CA3022-58B1-45BE-2AD1-5CC78285883C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908800" y="6600032"/>
              <a:ext cx="369889" cy="14289"/>
            </a:xfrm>
            <a:custGeom>
              <a:avLst/>
              <a:gdLst/>
              <a:ahLst/>
              <a:cxnLst/>
              <a:rect l="0" t="0" r="0" b="0"/>
              <a:pathLst>
                <a:path w="369889" h="14289">
                  <a:moveTo>
                    <a:pt x="0" y="14288"/>
                  </a:moveTo>
                  <a:lnTo>
                    <a:pt x="369888" y="14288"/>
                  </a:lnTo>
                  <a:lnTo>
                    <a:pt x="3698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41" name="グループ化 40" descr="\documentclass{article}&#10;\usepackage{amsmath, mathtools, mathbbol, amssymb, bm, cancel}&#10;\pagestyle{empty}&#10;\begin{document}&#10;&#10;$\tfrac{\partial C}{\partial t} = \kappa\nabla^2C$&#10;&#10;\end{document}" title="IguanaTex Vector Display">
            <a:extLst>
              <a:ext uri="{FF2B5EF4-FFF2-40B4-BE49-F238E27FC236}">
                <a16:creationId xmlns:a16="http://schemas.microsoft.com/office/drawing/2014/main" id="{CC120DBB-B4DA-274E-0E91-0CC80254BE94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843879" y="5381057"/>
            <a:ext cx="1831975" cy="476214"/>
            <a:chOff x="7385048" y="6396038"/>
            <a:chExt cx="1831975" cy="388938"/>
          </a:xfrm>
        </p:grpSpPr>
        <p:sp>
          <p:nvSpPr>
            <p:cNvPr id="42" name="Freeform 7 2">
              <a:extLst>
                <a:ext uri="{FF2B5EF4-FFF2-40B4-BE49-F238E27FC236}">
                  <a16:creationId xmlns:a16="http://schemas.microsoft.com/office/drawing/2014/main" id="{623C69A4-BEE2-C124-47E0-93D4EFBA26A4}"/>
                </a:ext>
              </a:extLst>
            </p:cNvPr>
            <p:cNvSpPr>
              <a:spLocks noEditPoints="1"/>
            </p:cNvSpPr>
            <p:nvPr>
              <p:custDataLst>
                <p:tags r:id="rId73"/>
              </p:custDataLst>
            </p:nvPr>
          </p:nvSpPr>
          <p:spPr bwMode="auto">
            <a:xfrm>
              <a:off x="7399336" y="6396038"/>
              <a:ext cx="144463" cy="158750"/>
            </a:xfrm>
            <a:custGeom>
              <a:avLst/>
              <a:gdLst>
                <a:gd name="T0" fmla="*/ 163 w 201"/>
                <a:gd name="T1" fmla="*/ 131 h 256"/>
                <a:gd name="T2" fmla="*/ 109 w 201"/>
                <a:gd name="T3" fmla="*/ 90 h 256"/>
                <a:gd name="T4" fmla="*/ 7 w 201"/>
                <a:gd name="T5" fmla="*/ 158 h 256"/>
                <a:gd name="T6" fmla="*/ 0 w 201"/>
                <a:gd name="T7" fmla="*/ 192 h 256"/>
                <a:gd name="T8" fmla="*/ 74 w 201"/>
                <a:gd name="T9" fmla="*/ 256 h 256"/>
                <a:gd name="T10" fmla="*/ 201 w 201"/>
                <a:gd name="T11" fmla="*/ 94 h 256"/>
                <a:gd name="T12" fmla="*/ 115 w 201"/>
                <a:gd name="T13" fmla="*/ 0 h 256"/>
                <a:gd name="T14" fmla="*/ 42 w 201"/>
                <a:gd name="T15" fmla="*/ 56 h 256"/>
                <a:gd name="T16" fmla="*/ 56 w 201"/>
                <a:gd name="T17" fmla="*/ 69 h 256"/>
                <a:gd name="T18" fmla="*/ 76 w 201"/>
                <a:gd name="T19" fmla="*/ 50 h 256"/>
                <a:gd name="T20" fmla="*/ 62 w 201"/>
                <a:gd name="T21" fmla="*/ 36 h 256"/>
                <a:gd name="T22" fmla="*/ 114 w 201"/>
                <a:gd name="T23" fmla="*/ 10 h 256"/>
                <a:gd name="T24" fmla="*/ 171 w 201"/>
                <a:gd name="T25" fmla="*/ 76 h 256"/>
                <a:gd name="T26" fmla="*/ 163 w 201"/>
                <a:gd name="T27" fmla="*/ 131 h 256"/>
                <a:gd name="T28" fmla="*/ 163 w 201"/>
                <a:gd name="T29" fmla="*/ 131 h 256"/>
                <a:gd name="T30" fmla="*/ 74 w 201"/>
                <a:gd name="T31" fmla="*/ 245 h 256"/>
                <a:gd name="T32" fmla="*/ 30 w 201"/>
                <a:gd name="T33" fmla="*/ 205 h 256"/>
                <a:gd name="T34" fmla="*/ 43 w 201"/>
                <a:gd name="T35" fmla="*/ 148 h 256"/>
                <a:gd name="T36" fmla="*/ 111 w 201"/>
                <a:gd name="T37" fmla="*/ 100 h 256"/>
                <a:gd name="T38" fmla="*/ 156 w 201"/>
                <a:gd name="T39" fmla="*/ 147 h 256"/>
                <a:gd name="T40" fmla="*/ 74 w 201"/>
                <a:gd name="T41" fmla="*/ 245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1" h="256">
                  <a:moveTo>
                    <a:pt x="163" y="131"/>
                  </a:moveTo>
                  <a:cubicBezTo>
                    <a:pt x="158" y="111"/>
                    <a:pt x="142" y="90"/>
                    <a:pt x="109" y="90"/>
                  </a:cubicBezTo>
                  <a:cubicBezTo>
                    <a:pt x="60" y="90"/>
                    <a:pt x="20" y="127"/>
                    <a:pt x="7" y="158"/>
                  </a:cubicBezTo>
                  <a:cubicBezTo>
                    <a:pt x="5" y="164"/>
                    <a:pt x="0" y="178"/>
                    <a:pt x="0" y="192"/>
                  </a:cubicBezTo>
                  <a:cubicBezTo>
                    <a:pt x="0" y="217"/>
                    <a:pt x="19" y="256"/>
                    <a:pt x="74" y="256"/>
                  </a:cubicBezTo>
                  <a:cubicBezTo>
                    <a:pt x="164" y="256"/>
                    <a:pt x="201" y="144"/>
                    <a:pt x="201" y="94"/>
                  </a:cubicBezTo>
                  <a:cubicBezTo>
                    <a:pt x="201" y="34"/>
                    <a:pt x="162" y="0"/>
                    <a:pt x="115" y="0"/>
                  </a:cubicBezTo>
                  <a:cubicBezTo>
                    <a:pt x="58" y="0"/>
                    <a:pt x="42" y="46"/>
                    <a:pt x="42" y="56"/>
                  </a:cubicBezTo>
                  <a:cubicBezTo>
                    <a:pt x="42" y="59"/>
                    <a:pt x="44" y="69"/>
                    <a:pt x="56" y="69"/>
                  </a:cubicBezTo>
                  <a:cubicBezTo>
                    <a:pt x="68" y="69"/>
                    <a:pt x="76" y="58"/>
                    <a:pt x="76" y="50"/>
                  </a:cubicBezTo>
                  <a:cubicBezTo>
                    <a:pt x="76" y="40"/>
                    <a:pt x="69" y="37"/>
                    <a:pt x="62" y="36"/>
                  </a:cubicBezTo>
                  <a:cubicBezTo>
                    <a:pt x="80" y="10"/>
                    <a:pt x="108" y="10"/>
                    <a:pt x="114" y="10"/>
                  </a:cubicBezTo>
                  <a:cubicBezTo>
                    <a:pt x="140" y="10"/>
                    <a:pt x="171" y="27"/>
                    <a:pt x="171" y="76"/>
                  </a:cubicBezTo>
                  <a:cubicBezTo>
                    <a:pt x="171" y="91"/>
                    <a:pt x="170" y="103"/>
                    <a:pt x="163" y="131"/>
                  </a:cubicBezTo>
                  <a:lnTo>
                    <a:pt x="163" y="131"/>
                  </a:lnTo>
                  <a:close/>
                  <a:moveTo>
                    <a:pt x="74" y="245"/>
                  </a:moveTo>
                  <a:cubicBezTo>
                    <a:pt x="35" y="245"/>
                    <a:pt x="30" y="215"/>
                    <a:pt x="30" y="205"/>
                  </a:cubicBezTo>
                  <a:cubicBezTo>
                    <a:pt x="30" y="191"/>
                    <a:pt x="40" y="157"/>
                    <a:pt x="43" y="148"/>
                  </a:cubicBezTo>
                  <a:cubicBezTo>
                    <a:pt x="50" y="132"/>
                    <a:pt x="71" y="100"/>
                    <a:pt x="111" y="100"/>
                  </a:cubicBezTo>
                  <a:cubicBezTo>
                    <a:pt x="145" y="100"/>
                    <a:pt x="156" y="126"/>
                    <a:pt x="156" y="147"/>
                  </a:cubicBezTo>
                  <a:cubicBezTo>
                    <a:pt x="156" y="171"/>
                    <a:pt x="133" y="245"/>
                    <a:pt x="74" y="24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3" name="Freeform 8 2">
              <a:extLst>
                <a:ext uri="{FF2B5EF4-FFF2-40B4-BE49-F238E27FC236}">
                  <a16:creationId xmlns:a16="http://schemas.microsoft.com/office/drawing/2014/main" id="{EC80FE5C-CB00-4EAC-7044-83F54EBA0183}"/>
                </a:ext>
              </a:extLst>
            </p:cNvPr>
            <p:cNvSpPr>
              <a:spLocks/>
            </p:cNvSpPr>
            <p:nvPr>
              <p:custDataLst>
                <p:tags r:id="rId74"/>
              </p:custDataLst>
            </p:nvPr>
          </p:nvSpPr>
          <p:spPr bwMode="auto">
            <a:xfrm>
              <a:off x="7569198" y="6399213"/>
              <a:ext cx="192088" cy="155575"/>
            </a:xfrm>
            <a:custGeom>
              <a:avLst/>
              <a:gdLst>
                <a:gd name="T0" fmla="*/ 270 w 270"/>
                <a:gd name="T1" fmla="*/ 5 h 252"/>
                <a:gd name="T2" fmla="*/ 265 w 270"/>
                <a:gd name="T3" fmla="*/ 0 h 252"/>
                <a:gd name="T4" fmla="*/ 259 w 270"/>
                <a:gd name="T5" fmla="*/ 4 h 252"/>
                <a:gd name="T6" fmla="*/ 233 w 270"/>
                <a:gd name="T7" fmla="*/ 31 h 252"/>
                <a:gd name="T8" fmla="*/ 168 w 270"/>
                <a:gd name="T9" fmla="*/ 0 h 252"/>
                <a:gd name="T10" fmla="*/ 0 w 270"/>
                <a:gd name="T11" fmla="*/ 154 h 252"/>
                <a:gd name="T12" fmla="*/ 107 w 270"/>
                <a:gd name="T13" fmla="*/ 252 h 252"/>
                <a:gd name="T14" fmla="*/ 195 w 270"/>
                <a:gd name="T15" fmla="*/ 218 h 252"/>
                <a:gd name="T16" fmla="*/ 231 w 270"/>
                <a:gd name="T17" fmla="*/ 162 h 252"/>
                <a:gd name="T18" fmla="*/ 225 w 270"/>
                <a:gd name="T19" fmla="*/ 157 h 252"/>
                <a:gd name="T20" fmla="*/ 218 w 270"/>
                <a:gd name="T21" fmla="*/ 163 h 252"/>
                <a:gd name="T22" fmla="*/ 113 w 270"/>
                <a:gd name="T23" fmla="*/ 240 h 252"/>
                <a:gd name="T24" fmla="*/ 35 w 270"/>
                <a:gd name="T25" fmla="*/ 165 h 252"/>
                <a:gd name="T26" fmla="*/ 77 w 270"/>
                <a:gd name="T27" fmla="*/ 56 h 252"/>
                <a:gd name="T28" fmla="*/ 171 w 270"/>
                <a:gd name="T29" fmla="*/ 13 h 252"/>
                <a:gd name="T30" fmla="*/ 235 w 270"/>
                <a:gd name="T31" fmla="*/ 81 h 252"/>
                <a:gd name="T32" fmla="*/ 234 w 270"/>
                <a:gd name="T33" fmla="*/ 95 h 252"/>
                <a:gd name="T34" fmla="*/ 241 w 270"/>
                <a:gd name="T35" fmla="*/ 100 h 252"/>
                <a:gd name="T36" fmla="*/ 248 w 270"/>
                <a:gd name="T37" fmla="*/ 92 h 252"/>
                <a:gd name="T38" fmla="*/ 270 w 270"/>
                <a:gd name="T39" fmla="*/ 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0" h="252">
                  <a:moveTo>
                    <a:pt x="270" y="5"/>
                  </a:moveTo>
                  <a:cubicBezTo>
                    <a:pt x="270" y="3"/>
                    <a:pt x="269" y="0"/>
                    <a:pt x="265" y="0"/>
                  </a:cubicBezTo>
                  <a:cubicBezTo>
                    <a:pt x="263" y="0"/>
                    <a:pt x="262" y="1"/>
                    <a:pt x="259" y="4"/>
                  </a:cubicBezTo>
                  <a:lnTo>
                    <a:pt x="233" y="31"/>
                  </a:lnTo>
                  <a:cubicBezTo>
                    <a:pt x="230" y="27"/>
                    <a:pt x="211" y="0"/>
                    <a:pt x="168" y="0"/>
                  </a:cubicBezTo>
                  <a:cubicBezTo>
                    <a:pt x="83" y="0"/>
                    <a:pt x="0" y="75"/>
                    <a:pt x="0" y="154"/>
                  </a:cubicBezTo>
                  <a:cubicBezTo>
                    <a:pt x="0" y="211"/>
                    <a:pt x="45" y="252"/>
                    <a:pt x="107" y="252"/>
                  </a:cubicBezTo>
                  <a:cubicBezTo>
                    <a:pt x="126" y="252"/>
                    <a:pt x="159" y="248"/>
                    <a:pt x="195" y="218"/>
                  </a:cubicBezTo>
                  <a:cubicBezTo>
                    <a:pt x="223" y="195"/>
                    <a:pt x="231" y="164"/>
                    <a:pt x="231" y="162"/>
                  </a:cubicBezTo>
                  <a:cubicBezTo>
                    <a:pt x="231" y="157"/>
                    <a:pt x="226" y="157"/>
                    <a:pt x="225" y="157"/>
                  </a:cubicBezTo>
                  <a:cubicBezTo>
                    <a:pt x="220" y="157"/>
                    <a:pt x="219" y="159"/>
                    <a:pt x="218" y="163"/>
                  </a:cubicBezTo>
                  <a:cubicBezTo>
                    <a:pt x="204" y="210"/>
                    <a:pt x="155" y="240"/>
                    <a:pt x="113" y="240"/>
                  </a:cubicBezTo>
                  <a:cubicBezTo>
                    <a:pt x="76" y="240"/>
                    <a:pt x="35" y="220"/>
                    <a:pt x="35" y="165"/>
                  </a:cubicBezTo>
                  <a:cubicBezTo>
                    <a:pt x="35" y="155"/>
                    <a:pt x="37" y="99"/>
                    <a:pt x="77" y="56"/>
                  </a:cubicBezTo>
                  <a:cubicBezTo>
                    <a:pt x="101" y="29"/>
                    <a:pt x="138" y="13"/>
                    <a:pt x="171" y="13"/>
                  </a:cubicBezTo>
                  <a:cubicBezTo>
                    <a:pt x="212" y="13"/>
                    <a:pt x="235" y="42"/>
                    <a:pt x="235" y="81"/>
                  </a:cubicBezTo>
                  <a:cubicBezTo>
                    <a:pt x="235" y="91"/>
                    <a:pt x="234" y="93"/>
                    <a:pt x="234" y="95"/>
                  </a:cubicBezTo>
                  <a:cubicBezTo>
                    <a:pt x="234" y="100"/>
                    <a:pt x="239" y="100"/>
                    <a:pt x="241" y="100"/>
                  </a:cubicBezTo>
                  <a:cubicBezTo>
                    <a:pt x="246" y="100"/>
                    <a:pt x="246" y="99"/>
                    <a:pt x="248" y="92"/>
                  </a:cubicBezTo>
                  <a:lnTo>
                    <a:pt x="270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4" name="Freeform 10 2">
              <a:extLst>
                <a:ext uri="{FF2B5EF4-FFF2-40B4-BE49-F238E27FC236}">
                  <a16:creationId xmlns:a16="http://schemas.microsoft.com/office/drawing/2014/main" id="{FB810586-9B6B-E34E-41E5-DA9F333C48E5}"/>
                </a:ext>
              </a:extLst>
            </p:cNvPr>
            <p:cNvSpPr>
              <a:spLocks noEditPoints="1"/>
            </p:cNvSpPr>
            <p:nvPr>
              <p:custDataLst>
                <p:tags r:id="rId75"/>
              </p:custDataLst>
            </p:nvPr>
          </p:nvSpPr>
          <p:spPr bwMode="auto">
            <a:xfrm>
              <a:off x="7456486" y="6624638"/>
              <a:ext cx="142875" cy="160338"/>
            </a:xfrm>
            <a:custGeom>
              <a:avLst/>
              <a:gdLst>
                <a:gd name="T0" fmla="*/ 162 w 200"/>
                <a:gd name="T1" fmla="*/ 132 h 257"/>
                <a:gd name="T2" fmla="*/ 109 w 200"/>
                <a:gd name="T3" fmla="*/ 90 h 257"/>
                <a:gd name="T4" fmla="*/ 7 w 200"/>
                <a:gd name="T5" fmla="*/ 159 h 257"/>
                <a:gd name="T6" fmla="*/ 0 w 200"/>
                <a:gd name="T7" fmla="*/ 193 h 257"/>
                <a:gd name="T8" fmla="*/ 73 w 200"/>
                <a:gd name="T9" fmla="*/ 257 h 257"/>
                <a:gd name="T10" fmla="*/ 200 w 200"/>
                <a:gd name="T11" fmla="*/ 94 h 257"/>
                <a:gd name="T12" fmla="*/ 115 w 200"/>
                <a:gd name="T13" fmla="*/ 0 h 257"/>
                <a:gd name="T14" fmla="*/ 42 w 200"/>
                <a:gd name="T15" fmla="*/ 57 h 257"/>
                <a:gd name="T16" fmla="*/ 56 w 200"/>
                <a:gd name="T17" fmla="*/ 69 h 257"/>
                <a:gd name="T18" fmla="*/ 75 w 200"/>
                <a:gd name="T19" fmla="*/ 50 h 257"/>
                <a:gd name="T20" fmla="*/ 62 w 200"/>
                <a:gd name="T21" fmla="*/ 37 h 257"/>
                <a:gd name="T22" fmla="*/ 114 w 200"/>
                <a:gd name="T23" fmla="*/ 11 h 257"/>
                <a:gd name="T24" fmla="*/ 171 w 200"/>
                <a:gd name="T25" fmla="*/ 77 h 257"/>
                <a:gd name="T26" fmla="*/ 163 w 200"/>
                <a:gd name="T27" fmla="*/ 132 h 257"/>
                <a:gd name="T28" fmla="*/ 162 w 200"/>
                <a:gd name="T29" fmla="*/ 132 h 257"/>
                <a:gd name="T30" fmla="*/ 74 w 200"/>
                <a:gd name="T31" fmla="*/ 245 h 257"/>
                <a:gd name="T32" fmla="*/ 30 w 200"/>
                <a:gd name="T33" fmla="*/ 205 h 257"/>
                <a:gd name="T34" fmla="*/ 43 w 200"/>
                <a:gd name="T35" fmla="*/ 148 h 257"/>
                <a:gd name="T36" fmla="*/ 110 w 200"/>
                <a:gd name="T37" fmla="*/ 100 h 257"/>
                <a:gd name="T38" fmla="*/ 155 w 200"/>
                <a:gd name="T39" fmla="*/ 148 h 257"/>
                <a:gd name="T40" fmla="*/ 74 w 200"/>
                <a:gd name="T41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0" h="257">
                  <a:moveTo>
                    <a:pt x="162" y="132"/>
                  </a:moveTo>
                  <a:cubicBezTo>
                    <a:pt x="157" y="111"/>
                    <a:pt x="142" y="90"/>
                    <a:pt x="109" y="90"/>
                  </a:cubicBezTo>
                  <a:cubicBezTo>
                    <a:pt x="60" y="90"/>
                    <a:pt x="20" y="127"/>
                    <a:pt x="7" y="159"/>
                  </a:cubicBezTo>
                  <a:cubicBezTo>
                    <a:pt x="5" y="164"/>
                    <a:pt x="0" y="179"/>
                    <a:pt x="0" y="193"/>
                  </a:cubicBezTo>
                  <a:cubicBezTo>
                    <a:pt x="0" y="217"/>
                    <a:pt x="19" y="257"/>
                    <a:pt x="73" y="257"/>
                  </a:cubicBezTo>
                  <a:cubicBezTo>
                    <a:pt x="164" y="257"/>
                    <a:pt x="200" y="144"/>
                    <a:pt x="200" y="94"/>
                  </a:cubicBezTo>
                  <a:cubicBezTo>
                    <a:pt x="200" y="35"/>
                    <a:pt x="161" y="0"/>
                    <a:pt x="115" y="0"/>
                  </a:cubicBezTo>
                  <a:cubicBezTo>
                    <a:pt x="58" y="0"/>
                    <a:pt x="42" y="46"/>
                    <a:pt x="42" y="57"/>
                  </a:cubicBezTo>
                  <a:cubicBezTo>
                    <a:pt x="42" y="59"/>
                    <a:pt x="44" y="69"/>
                    <a:pt x="56" y="69"/>
                  </a:cubicBezTo>
                  <a:cubicBezTo>
                    <a:pt x="68" y="69"/>
                    <a:pt x="75" y="58"/>
                    <a:pt x="75" y="50"/>
                  </a:cubicBezTo>
                  <a:cubicBezTo>
                    <a:pt x="75" y="41"/>
                    <a:pt x="69" y="37"/>
                    <a:pt x="62" y="37"/>
                  </a:cubicBezTo>
                  <a:cubicBezTo>
                    <a:pt x="79" y="11"/>
                    <a:pt x="108" y="11"/>
                    <a:pt x="114" y="11"/>
                  </a:cubicBezTo>
                  <a:cubicBezTo>
                    <a:pt x="140" y="11"/>
                    <a:pt x="171" y="27"/>
                    <a:pt x="171" y="77"/>
                  </a:cubicBezTo>
                  <a:cubicBezTo>
                    <a:pt x="171" y="92"/>
                    <a:pt x="169" y="104"/>
                    <a:pt x="163" y="132"/>
                  </a:cubicBezTo>
                  <a:lnTo>
                    <a:pt x="162" y="132"/>
                  </a:lnTo>
                  <a:close/>
                  <a:moveTo>
                    <a:pt x="74" y="245"/>
                  </a:moveTo>
                  <a:cubicBezTo>
                    <a:pt x="35" y="245"/>
                    <a:pt x="30" y="216"/>
                    <a:pt x="30" y="205"/>
                  </a:cubicBezTo>
                  <a:cubicBezTo>
                    <a:pt x="30" y="191"/>
                    <a:pt x="40" y="157"/>
                    <a:pt x="43" y="148"/>
                  </a:cubicBezTo>
                  <a:cubicBezTo>
                    <a:pt x="49" y="132"/>
                    <a:pt x="71" y="100"/>
                    <a:pt x="110" y="100"/>
                  </a:cubicBezTo>
                  <a:cubicBezTo>
                    <a:pt x="144" y="100"/>
                    <a:pt x="155" y="127"/>
                    <a:pt x="155" y="148"/>
                  </a:cubicBezTo>
                  <a:cubicBezTo>
                    <a:pt x="155" y="171"/>
                    <a:pt x="133" y="245"/>
                    <a:pt x="74" y="24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5" name="Freeform 11 2">
              <a:extLst>
                <a:ext uri="{FF2B5EF4-FFF2-40B4-BE49-F238E27FC236}">
                  <a16:creationId xmlns:a16="http://schemas.microsoft.com/office/drawing/2014/main" id="{509F7054-C8CF-46FD-09C7-4017C263FBDB}"/>
                </a:ext>
              </a:extLst>
            </p:cNvPr>
            <p:cNvSpPr>
              <a:spLocks/>
            </p:cNvSpPr>
            <p:nvPr>
              <p:custDataLst>
                <p:tags r:id="rId76"/>
              </p:custDataLst>
            </p:nvPr>
          </p:nvSpPr>
          <p:spPr bwMode="auto">
            <a:xfrm>
              <a:off x="7619998" y="6645276"/>
              <a:ext cx="84138" cy="136525"/>
            </a:xfrm>
            <a:custGeom>
              <a:avLst/>
              <a:gdLst>
                <a:gd name="T0" fmla="*/ 71 w 118"/>
                <a:gd name="T1" fmla="*/ 80 h 221"/>
                <a:gd name="T2" fmla="*/ 107 w 118"/>
                <a:gd name="T3" fmla="*/ 80 h 221"/>
                <a:gd name="T4" fmla="*/ 118 w 118"/>
                <a:gd name="T5" fmla="*/ 72 h 221"/>
                <a:gd name="T6" fmla="*/ 107 w 118"/>
                <a:gd name="T7" fmla="*/ 67 h 221"/>
                <a:gd name="T8" fmla="*/ 74 w 118"/>
                <a:gd name="T9" fmla="*/ 67 h 221"/>
                <a:gd name="T10" fmla="*/ 87 w 118"/>
                <a:gd name="T11" fmla="*/ 16 h 221"/>
                <a:gd name="T12" fmla="*/ 88 w 118"/>
                <a:gd name="T13" fmla="*/ 11 h 221"/>
                <a:gd name="T14" fmla="*/ 76 w 118"/>
                <a:gd name="T15" fmla="*/ 0 h 221"/>
                <a:gd name="T16" fmla="*/ 60 w 118"/>
                <a:gd name="T17" fmla="*/ 15 h 221"/>
                <a:gd name="T18" fmla="*/ 47 w 118"/>
                <a:gd name="T19" fmla="*/ 67 h 221"/>
                <a:gd name="T20" fmla="*/ 11 w 118"/>
                <a:gd name="T21" fmla="*/ 67 h 221"/>
                <a:gd name="T22" fmla="*/ 0 w 118"/>
                <a:gd name="T23" fmla="*/ 75 h 221"/>
                <a:gd name="T24" fmla="*/ 10 w 118"/>
                <a:gd name="T25" fmla="*/ 80 h 221"/>
                <a:gd name="T26" fmla="*/ 44 w 118"/>
                <a:gd name="T27" fmla="*/ 80 h 221"/>
                <a:gd name="T28" fmla="*/ 23 w 118"/>
                <a:gd name="T29" fmla="*/ 162 h 221"/>
                <a:gd name="T30" fmla="*/ 18 w 118"/>
                <a:gd name="T31" fmla="*/ 188 h 221"/>
                <a:gd name="T32" fmla="*/ 55 w 118"/>
                <a:gd name="T33" fmla="*/ 221 h 221"/>
                <a:gd name="T34" fmla="*/ 116 w 118"/>
                <a:gd name="T35" fmla="*/ 168 h 221"/>
                <a:gd name="T36" fmla="*/ 110 w 118"/>
                <a:gd name="T37" fmla="*/ 163 h 221"/>
                <a:gd name="T38" fmla="*/ 103 w 118"/>
                <a:gd name="T39" fmla="*/ 170 h 221"/>
                <a:gd name="T40" fmla="*/ 56 w 118"/>
                <a:gd name="T41" fmla="*/ 211 h 221"/>
                <a:gd name="T42" fmla="*/ 44 w 118"/>
                <a:gd name="T43" fmla="*/ 194 h 221"/>
                <a:gd name="T44" fmla="*/ 46 w 118"/>
                <a:gd name="T45" fmla="*/ 180 h 221"/>
                <a:gd name="T46" fmla="*/ 71 w 118"/>
                <a:gd name="T47" fmla="*/ 8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" h="221">
                  <a:moveTo>
                    <a:pt x="71" y="80"/>
                  </a:moveTo>
                  <a:lnTo>
                    <a:pt x="107" y="80"/>
                  </a:lnTo>
                  <a:cubicBezTo>
                    <a:pt x="113" y="80"/>
                    <a:pt x="118" y="80"/>
                    <a:pt x="118" y="72"/>
                  </a:cubicBezTo>
                  <a:cubicBezTo>
                    <a:pt x="118" y="67"/>
                    <a:pt x="113" y="67"/>
                    <a:pt x="107" y="67"/>
                  </a:cubicBezTo>
                  <a:lnTo>
                    <a:pt x="74" y="67"/>
                  </a:lnTo>
                  <a:lnTo>
                    <a:pt x="87" y="16"/>
                  </a:lnTo>
                  <a:cubicBezTo>
                    <a:pt x="87" y="14"/>
                    <a:pt x="88" y="12"/>
                    <a:pt x="88" y="11"/>
                  </a:cubicBezTo>
                  <a:cubicBezTo>
                    <a:pt x="88" y="4"/>
                    <a:pt x="83" y="0"/>
                    <a:pt x="76" y="0"/>
                  </a:cubicBezTo>
                  <a:cubicBezTo>
                    <a:pt x="68" y="0"/>
                    <a:pt x="62" y="5"/>
                    <a:pt x="60" y="15"/>
                  </a:cubicBezTo>
                  <a:cubicBezTo>
                    <a:pt x="57" y="23"/>
                    <a:pt x="62" y="7"/>
                    <a:pt x="47" y="67"/>
                  </a:cubicBezTo>
                  <a:lnTo>
                    <a:pt x="11" y="67"/>
                  </a:lnTo>
                  <a:cubicBezTo>
                    <a:pt x="4" y="67"/>
                    <a:pt x="0" y="67"/>
                    <a:pt x="0" y="75"/>
                  </a:cubicBezTo>
                  <a:cubicBezTo>
                    <a:pt x="0" y="80"/>
                    <a:pt x="4" y="80"/>
                    <a:pt x="10" y="80"/>
                  </a:cubicBezTo>
                  <a:lnTo>
                    <a:pt x="44" y="80"/>
                  </a:lnTo>
                  <a:lnTo>
                    <a:pt x="23" y="162"/>
                  </a:lnTo>
                  <a:cubicBezTo>
                    <a:pt x="21" y="171"/>
                    <a:pt x="18" y="183"/>
                    <a:pt x="18" y="188"/>
                  </a:cubicBezTo>
                  <a:cubicBezTo>
                    <a:pt x="18" y="209"/>
                    <a:pt x="35" y="221"/>
                    <a:pt x="55" y="221"/>
                  </a:cubicBezTo>
                  <a:cubicBezTo>
                    <a:pt x="94" y="221"/>
                    <a:pt x="116" y="172"/>
                    <a:pt x="116" y="168"/>
                  </a:cubicBezTo>
                  <a:cubicBezTo>
                    <a:pt x="116" y="163"/>
                    <a:pt x="111" y="163"/>
                    <a:pt x="110" y="163"/>
                  </a:cubicBezTo>
                  <a:cubicBezTo>
                    <a:pt x="106" y="163"/>
                    <a:pt x="106" y="164"/>
                    <a:pt x="103" y="170"/>
                  </a:cubicBezTo>
                  <a:cubicBezTo>
                    <a:pt x="93" y="192"/>
                    <a:pt x="75" y="211"/>
                    <a:pt x="56" y="211"/>
                  </a:cubicBezTo>
                  <a:cubicBezTo>
                    <a:pt x="49" y="211"/>
                    <a:pt x="44" y="207"/>
                    <a:pt x="44" y="194"/>
                  </a:cubicBezTo>
                  <a:cubicBezTo>
                    <a:pt x="44" y="191"/>
                    <a:pt x="45" y="183"/>
                    <a:pt x="46" y="180"/>
                  </a:cubicBezTo>
                  <a:lnTo>
                    <a:pt x="71" y="8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6" name="Freeform 12 2">
              <a:extLst>
                <a:ext uri="{FF2B5EF4-FFF2-40B4-BE49-F238E27FC236}">
                  <a16:creationId xmlns:a16="http://schemas.microsoft.com/office/drawing/2014/main" id="{521D79F3-9B46-6768-62C3-8CFDA950C8D3}"/>
                </a:ext>
              </a:extLst>
            </p:cNvPr>
            <p:cNvSpPr>
              <a:spLocks noEditPoints="1"/>
            </p:cNvSpPr>
            <p:nvPr>
              <p:custDataLst>
                <p:tags r:id="rId77"/>
              </p:custDataLst>
            </p:nvPr>
          </p:nvSpPr>
          <p:spPr bwMode="auto">
            <a:xfrm>
              <a:off x="7934323" y="6559551"/>
              <a:ext cx="234950" cy="71438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5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7 w 331"/>
                <a:gd name="T11" fmla="*/ 20 h 116"/>
                <a:gd name="T12" fmla="*/ 314 w 331"/>
                <a:gd name="T13" fmla="*/ 20 h 116"/>
                <a:gd name="T14" fmla="*/ 315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7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5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10" y="0"/>
                    <a:pt x="0" y="0"/>
                    <a:pt x="0" y="10"/>
                  </a:cubicBezTo>
                  <a:cubicBezTo>
                    <a:pt x="0" y="20"/>
                    <a:pt x="10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6"/>
                  </a:moveTo>
                  <a:cubicBezTo>
                    <a:pt x="322" y="116"/>
                    <a:pt x="331" y="116"/>
                    <a:pt x="331" y="106"/>
                  </a:cubicBezTo>
                  <a:cubicBezTo>
                    <a:pt x="331" y="96"/>
                    <a:pt x="322" y="96"/>
                    <a:pt x="314" y="96"/>
                  </a:cubicBezTo>
                  <a:lnTo>
                    <a:pt x="17" y="96"/>
                  </a:lnTo>
                  <a:cubicBezTo>
                    <a:pt x="10" y="96"/>
                    <a:pt x="0" y="96"/>
                    <a:pt x="0" y="106"/>
                  </a:cubicBezTo>
                  <a:cubicBezTo>
                    <a:pt x="0" y="116"/>
                    <a:pt x="10" y="116"/>
                    <a:pt x="16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7" name="Freeform 13 2">
              <a:extLst>
                <a:ext uri="{FF2B5EF4-FFF2-40B4-BE49-F238E27FC236}">
                  <a16:creationId xmlns:a16="http://schemas.microsoft.com/office/drawing/2014/main" id="{9F819269-8C11-3E5A-9732-7BE3EDCE8E84}"/>
                </a:ext>
              </a:extLst>
            </p:cNvPr>
            <p:cNvSpPr>
              <a:spLocks/>
            </p:cNvSpPr>
            <p:nvPr>
              <p:custDataLst>
                <p:tags r:id="rId78"/>
              </p:custDataLst>
            </p:nvPr>
          </p:nvSpPr>
          <p:spPr bwMode="auto">
            <a:xfrm>
              <a:off x="8307386" y="6535738"/>
              <a:ext cx="174625" cy="141288"/>
            </a:xfrm>
            <a:custGeom>
              <a:avLst/>
              <a:gdLst>
                <a:gd name="T0" fmla="*/ 2 w 245"/>
                <a:gd name="T1" fmla="*/ 201 h 226"/>
                <a:gd name="T2" fmla="*/ 0 w 245"/>
                <a:gd name="T3" fmla="*/ 213 h 226"/>
                <a:gd name="T4" fmla="*/ 15 w 245"/>
                <a:gd name="T5" fmla="*/ 226 h 226"/>
                <a:gd name="T6" fmla="*/ 37 w 245"/>
                <a:gd name="T7" fmla="*/ 198 h 226"/>
                <a:gd name="T8" fmla="*/ 60 w 245"/>
                <a:gd name="T9" fmla="*/ 106 h 226"/>
                <a:gd name="T10" fmla="*/ 145 w 245"/>
                <a:gd name="T11" fmla="*/ 148 h 226"/>
                <a:gd name="T12" fmla="*/ 144 w 245"/>
                <a:gd name="T13" fmla="*/ 159 h 226"/>
                <a:gd name="T14" fmla="*/ 142 w 245"/>
                <a:gd name="T15" fmla="*/ 177 h 226"/>
                <a:gd name="T16" fmla="*/ 188 w 245"/>
                <a:gd name="T17" fmla="*/ 226 h 226"/>
                <a:gd name="T18" fmla="*/ 227 w 245"/>
                <a:gd name="T19" fmla="*/ 200 h 226"/>
                <a:gd name="T20" fmla="*/ 245 w 245"/>
                <a:gd name="T21" fmla="*/ 149 h 226"/>
                <a:gd name="T22" fmla="*/ 239 w 245"/>
                <a:gd name="T23" fmla="*/ 144 h 226"/>
                <a:gd name="T24" fmla="*/ 232 w 245"/>
                <a:gd name="T25" fmla="*/ 153 h 226"/>
                <a:gd name="T26" fmla="*/ 189 w 245"/>
                <a:gd name="T27" fmla="*/ 215 h 226"/>
                <a:gd name="T28" fmla="*/ 173 w 245"/>
                <a:gd name="T29" fmla="*/ 191 h 226"/>
                <a:gd name="T30" fmla="*/ 177 w 245"/>
                <a:gd name="T31" fmla="*/ 163 h 226"/>
                <a:gd name="T32" fmla="*/ 179 w 245"/>
                <a:gd name="T33" fmla="*/ 147 h 226"/>
                <a:gd name="T34" fmla="*/ 83 w 245"/>
                <a:gd name="T35" fmla="*/ 96 h 226"/>
                <a:gd name="T36" fmla="*/ 128 w 245"/>
                <a:gd name="T37" fmla="*/ 62 h 226"/>
                <a:gd name="T38" fmla="*/ 186 w 245"/>
                <a:gd name="T39" fmla="*/ 22 h 226"/>
                <a:gd name="T40" fmla="*/ 183 w 245"/>
                <a:gd name="T41" fmla="*/ 33 h 226"/>
                <a:gd name="T42" fmla="*/ 202 w 245"/>
                <a:gd name="T43" fmla="*/ 50 h 226"/>
                <a:gd name="T44" fmla="*/ 229 w 245"/>
                <a:gd name="T45" fmla="*/ 23 h 226"/>
                <a:gd name="T46" fmla="*/ 209 w 245"/>
                <a:gd name="T47" fmla="*/ 6 h 226"/>
                <a:gd name="T48" fmla="*/ 127 w 245"/>
                <a:gd name="T49" fmla="*/ 49 h 226"/>
                <a:gd name="T50" fmla="*/ 64 w 245"/>
                <a:gd name="T51" fmla="*/ 92 h 226"/>
                <a:gd name="T52" fmla="*/ 74 w 245"/>
                <a:gd name="T53" fmla="*/ 53 h 226"/>
                <a:gd name="T54" fmla="*/ 83 w 245"/>
                <a:gd name="T55" fmla="*/ 14 h 226"/>
                <a:gd name="T56" fmla="*/ 68 w 245"/>
                <a:gd name="T57" fmla="*/ 0 h 226"/>
                <a:gd name="T58" fmla="*/ 48 w 245"/>
                <a:gd name="T59" fmla="*/ 18 h 226"/>
                <a:gd name="T60" fmla="*/ 2 w 245"/>
                <a:gd name="T61" fmla="*/ 20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5" h="226">
                  <a:moveTo>
                    <a:pt x="2" y="201"/>
                  </a:moveTo>
                  <a:cubicBezTo>
                    <a:pt x="0" y="208"/>
                    <a:pt x="0" y="209"/>
                    <a:pt x="0" y="213"/>
                  </a:cubicBezTo>
                  <a:cubicBezTo>
                    <a:pt x="0" y="222"/>
                    <a:pt x="7" y="226"/>
                    <a:pt x="15" y="226"/>
                  </a:cubicBezTo>
                  <a:cubicBezTo>
                    <a:pt x="30" y="226"/>
                    <a:pt x="33" y="214"/>
                    <a:pt x="37" y="198"/>
                  </a:cubicBezTo>
                  <a:cubicBezTo>
                    <a:pt x="42" y="180"/>
                    <a:pt x="39" y="190"/>
                    <a:pt x="60" y="106"/>
                  </a:cubicBezTo>
                  <a:cubicBezTo>
                    <a:pt x="102" y="108"/>
                    <a:pt x="145" y="116"/>
                    <a:pt x="145" y="148"/>
                  </a:cubicBezTo>
                  <a:cubicBezTo>
                    <a:pt x="145" y="152"/>
                    <a:pt x="145" y="154"/>
                    <a:pt x="144" y="159"/>
                  </a:cubicBezTo>
                  <a:cubicBezTo>
                    <a:pt x="142" y="167"/>
                    <a:pt x="142" y="173"/>
                    <a:pt x="142" y="177"/>
                  </a:cubicBezTo>
                  <a:cubicBezTo>
                    <a:pt x="142" y="206"/>
                    <a:pt x="162" y="226"/>
                    <a:pt x="188" y="226"/>
                  </a:cubicBezTo>
                  <a:cubicBezTo>
                    <a:pt x="204" y="226"/>
                    <a:pt x="217" y="217"/>
                    <a:pt x="227" y="200"/>
                  </a:cubicBezTo>
                  <a:cubicBezTo>
                    <a:pt x="239" y="179"/>
                    <a:pt x="245" y="150"/>
                    <a:pt x="245" y="149"/>
                  </a:cubicBezTo>
                  <a:cubicBezTo>
                    <a:pt x="245" y="144"/>
                    <a:pt x="241" y="144"/>
                    <a:pt x="239" y="144"/>
                  </a:cubicBezTo>
                  <a:cubicBezTo>
                    <a:pt x="234" y="144"/>
                    <a:pt x="234" y="146"/>
                    <a:pt x="232" y="153"/>
                  </a:cubicBezTo>
                  <a:cubicBezTo>
                    <a:pt x="223" y="188"/>
                    <a:pt x="211" y="215"/>
                    <a:pt x="189" y="215"/>
                  </a:cubicBezTo>
                  <a:cubicBezTo>
                    <a:pt x="178" y="215"/>
                    <a:pt x="173" y="209"/>
                    <a:pt x="173" y="191"/>
                  </a:cubicBezTo>
                  <a:cubicBezTo>
                    <a:pt x="173" y="184"/>
                    <a:pt x="175" y="172"/>
                    <a:pt x="177" y="163"/>
                  </a:cubicBezTo>
                  <a:cubicBezTo>
                    <a:pt x="178" y="159"/>
                    <a:pt x="179" y="152"/>
                    <a:pt x="179" y="147"/>
                  </a:cubicBezTo>
                  <a:cubicBezTo>
                    <a:pt x="179" y="100"/>
                    <a:pt x="110" y="97"/>
                    <a:pt x="83" y="96"/>
                  </a:cubicBezTo>
                  <a:cubicBezTo>
                    <a:pt x="99" y="87"/>
                    <a:pt x="115" y="73"/>
                    <a:pt x="128" y="62"/>
                  </a:cubicBezTo>
                  <a:cubicBezTo>
                    <a:pt x="151" y="42"/>
                    <a:pt x="166" y="30"/>
                    <a:pt x="186" y="22"/>
                  </a:cubicBezTo>
                  <a:cubicBezTo>
                    <a:pt x="185" y="24"/>
                    <a:pt x="183" y="30"/>
                    <a:pt x="183" y="33"/>
                  </a:cubicBezTo>
                  <a:cubicBezTo>
                    <a:pt x="183" y="39"/>
                    <a:pt x="187" y="50"/>
                    <a:pt x="202" y="50"/>
                  </a:cubicBezTo>
                  <a:cubicBezTo>
                    <a:pt x="218" y="50"/>
                    <a:pt x="229" y="36"/>
                    <a:pt x="229" y="23"/>
                  </a:cubicBezTo>
                  <a:cubicBezTo>
                    <a:pt x="229" y="19"/>
                    <a:pt x="227" y="6"/>
                    <a:pt x="209" y="6"/>
                  </a:cubicBezTo>
                  <a:cubicBezTo>
                    <a:pt x="179" y="6"/>
                    <a:pt x="149" y="31"/>
                    <a:pt x="127" y="49"/>
                  </a:cubicBezTo>
                  <a:cubicBezTo>
                    <a:pt x="94" y="78"/>
                    <a:pt x="82" y="86"/>
                    <a:pt x="64" y="92"/>
                  </a:cubicBezTo>
                  <a:cubicBezTo>
                    <a:pt x="65" y="86"/>
                    <a:pt x="71" y="61"/>
                    <a:pt x="74" y="53"/>
                  </a:cubicBezTo>
                  <a:cubicBezTo>
                    <a:pt x="77" y="40"/>
                    <a:pt x="83" y="16"/>
                    <a:pt x="83" y="14"/>
                  </a:cubicBezTo>
                  <a:cubicBezTo>
                    <a:pt x="83" y="5"/>
                    <a:pt x="77" y="0"/>
                    <a:pt x="68" y="0"/>
                  </a:cubicBezTo>
                  <a:cubicBezTo>
                    <a:pt x="67" y="0"/>
                    <a:pt x="53" y="0"/>
                    <a:pt x="48" y="18"/>
                  </a:cubicBezTo>
                  <a:lnTo>
                    <a:pt x="2" y="20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8" name="Freeform 14 2">
              <a:extLst>
                <a:ext uri="{FF2B5EF4-FFF2-40B4-BE49-F238E27FC236}">
                  <a16:creationId xmlns:a16="http://schemas.microsoft.com/office/drawing/2014/main" id="{DA005D75-3E1F-AD6F-DB45-BE6DEB75564A}"/>
                </a:ext>
              </a:extLst>
            </p:cNvPr>
            <p:cNvSpPr>
              <a:spLocks noEditPoints="1"/>
            </p:cNvSpPr>
            <p:nvPr>
              <p:custDataLst>
                <p:tags r:id="rId79"/>
              </p:custDataLst>
            </p:nvPr>
          </p:nvSpPr>
          <p:spPr bwMode="auto">
            <a:xfrm>
              <a:off x="8508998" y="6461126"/>
              <a:ext cx="261938" cy="222250"/>
            </a:xfrm>
            <a:custGeom>
              <a:avLst/>
              <a:gdLst>
                <a:gd name="T0" fmla="*/ 366 w 368"/>
                <a:gd name="T1" fmla="*/ 11 h 357"/>
                <a:gd name="T2" fmla="*/ 368 w 368"/>
                <a:gd name="T3" fmla="*/ 4 h 357"/>
                <a:gd name="T4" fmla="*/ 356 w 368"/>
                <a:gd name="T5" fmla="*/ 0 h 357"/>
                <a:gd name="T6" fmla="*/ 12 w 368"/>
                <a:gd name="T7" fmla="*/ 0 h 357"/>
                <a:gd name="T8" fmla="*/ 0 w 368"/>
                <a:gd name="T9" fmla="*/ 4 h 357"/>
                <a:gd name="T10" fmla="*/ 3 w 368"/>
                <a:gd name="T11" fmla="*/ 11 h 357"/>
                <a:gd name="T12" fmla="*/ 171 w 368"/>
                <a:gd name="T13" fmla="*/ 348 h 357"/>
                <a:gd name="T14" fmla="*/ 184 w 368"/>
                <a:gd name="T15" fmla="*/ 357 h 357"/>
                <a:gd name="T16" fmla="*/ 198 w 368"/>
                <a:gd name="T17" fmla="*/ 348 h 357"/>
                <a:gd name="T18" fmla="*/ 366 w 368"/>
                <a:gd name="T19" fmla="*/ 11 h 357"/>
                <a:gd name="T20" fmla="*/ 62 w 368"/>
                <a:gd name="T21" fmla="*/ 36 h 357"/>
                <a:gd name="T22" fmla="*/ 336 w 368"/>
                <a:gd name="T23" fmla="*/ 36 h 357"/>
                <a:gd name="T24" fmla="*/ 199 w 368"/>
                <a:gd name="T25" fmla="*/ 310 h 357"/>
                <a:gd name="T26" fmla="*/ 62 w 368"/>
                <a:gd name="T27" fmla="*/ 3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8" h="357">
                  <a:moveTo>
                    <a:pt x="366" y="11"/>
                  </a:moveTo>
                  <a:cubicBezTo>
                    <a:pt x="367" y="10"/>
                    <a:pt x="368" y="6"/>
                    <a:pt x="368" y="4"/>
                  </a:cubicBezTo>
                  <a:cubicBezTo>
                    <a:pt x="368" y="1"/>
                    <a:pt x="368" y="0"/>
                    <a:pt x="356" y="0"/>
                  </a:cubicBezTo>
                  <a:lnTo>
                    <a:pt x="12" y="0"/>
                  </a:lnTo>
                  <a:cubicBezTo>
                    <a:pt x="1" y="0"/>
                    <a:pt x="0" y="1"/>
                    <a:pt x="0" y="4"/>
                  </a:cubicBezTo>
                  <a:cubicBezTo>
                    <a:pt x="0" y="6"/>
                    <a:pt x="2" y="10"/>
                    <a:pt x="3" y="11"/>
                  </a:cubicBezTo>
                  <a:lnTo>
                    <a:pt x="171" y="348"/>
                  </a:lnTo>
                  <a:cubicBezTo>
                    <a:pt x="174" y="354"/>
                    <a:pt x="176" y="357"/>
                    <a:pt x="184" y="357"/>
                  </a:cubicBezTo>
                  <a:cubicBezTo>
                    <a:pt x="193" y="357"/>
                    <a:pt x="194" y="354"/>
                    <a:pt x="198" y="348"/>
                  </a:cubicBezTo>
                  <a:lnTo>
                    <a:pt x="366" y="11"/>
                  </a:lnTo>
                  <a:close/>
                  <a:moveTo>
                    <a:pt x="62" y="36"/>
                  </a:moveTo>
                  <a:lnTo>
                    <a:pt x="336" y="36"/>
                  </a:lnTo>
                  <a:lnTo>
                    <a:pt x="199" y="310"/>
                  </a:lnTo>
                  <a:lnTo>
                    <a:pt x="62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9" name="Freeform 15 2">
              <a:extLst>
                <a:ext uri="{FF2B5EF4-FFF2-40B4-BE49-F238E27FC236}">
                  <a16:creationId xmlns:a16="http://schemas.microsoft.com/office/drawing/2014/main" id="{E01094CD-913F-46FC-9E43-238791950F48}"/>
                </a:ext>
              </a:extLst>
            </p:cNvPr>
            <p:cNvSpPr>
              <a:spLocks/>
            </p:cNvSpPr>
            <p:nvPr>
              <p:custDataLst>
                <p:tags r:id="rId80"/>
              </p:custDataLst>
            </p:nvPr>
          </p:nvSpPr>
          <p:spPr bwMode="auto">
            <a:xfrm>
              <a:off x="8804273" y="6416676"/>
              <a:ext cx="109538" cy="144463"/>
            </a:xfrm>
            <a:custGeom>
              <a:avLst/>
              <a:gdLst>
                <a:gd name="T0" fmla="*/ 154 w 154"/>
                <a:gd name="T1" fmla="*/ 168 h 232"/>
                <a:gd name="T2" fmla="*/ 143 w 154"/>
                <a:gd name="T3" fmla="*/ 168 h 232"/>
                <a:gd name="T4" fmla="*/ 133 w 154"/>
                <a:gd name="T5" fmla="*/ 200 h 232"/>
                <a:gd name="T6" fmla="*/ 99 w 154"/>
                <a:gd name="T7" fmla="*/ 202 h 232"/>
                <a:gd name="T8" fmla="*/ 35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3 w 154"/>
                <a:gd name="T15" fmla="*/ 0 h 232"/>
                <a:gd name="T16" fmla="*/ 0 w 154"/>
                <a:gd name="T17" fmla="*/ 63 h 232"/>
                <a:gd name="T18" fmla="*/ 19 w 154"/>
                <a:gd name="T19" fmla="*/ 82 h 232"/>
                <a:gd name="T20" fmla="*/ 37 w 154"/>
                <a:gd name="T21" fmla="*/ 64 h 232"/>
                <a:gd name="T22" fmla="*/ 17 w 154"/>
                <a:gd name="T23" fmla="*/ 45 h 232"/>
                <a:gd name="T24" fmla="*/ 68 w 154"/>
                <a:gd name="T25" fmla="*/ 13 h 232"/>
                <a:gd name="T26" fmla="*/ 121 w 154"/>
                <a:gd name="T27" fmla="*/ 68 h 232"/>
                <a:gd name="T28" fmla="*/ 88 w 154"/>
                <a:gd name="T29" fmla="*/ 135 h 232"/>
                <a:gd name="T30" fmla="*/ 4 w 154"/>
                <a:gd name="T31" fmla="*/ 218 h 232"/>
                <a:gd name="T32" fmla="*/ 0 w 154"/>
                <a:gd name="T33" fmla="*/ 232 h 232"/>
                <a:gd name="T34" fmla="*/ 144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3" y="168"/>
                  </a:lnTo>
                  <a:cubicBezTo>
                    <a:pt x="141" y="176"/>
                    <a:pt x="138" y="197"/>
                    <a:pt x="133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1" y="170"/>
                    <a:pt x="84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3" y="0"/>
                  </a:cubicBezTo>
                  <a:cubicBezTo>
                    <a:pt x="30" y="0"/>
                    <a:pt x="0" y="30"/>
                    <a:pt x="0" y="63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7" y="45"/>
                  </a:cubicBezTo>
                  <a:cubicBezTo>
                    <a:pt x="27" y="20"/>
                    <a:pt x="51" y="13"/>
                    <a:pt x="68" y="13"/>
                  </a:cubicBezTo>
                  <a:cubicBezTo>
                    <a:pt x="102" y="13"/>
                    <a:pt x="121" y="40"/>
                    <a:pt x="121" y="68"/>
                  </a:cubicBezTo>
                  <a:cubicBezTo>
                    <a:pt x="121" y="99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0" name="Freeform 16 2">
              <a:extLst>
                <a:ext uri="{FF2B5EF4-FFF2-40B4-BE49-F238E27FC236}">
                  <a16:creationId xmlns:a16="http://schemas.microsoft.com/office/drawing/2014/main" id="{EF26AAB9-B5EB-6346-AA35-DEE47A15A563}"/>
                </a:ext>
              </a:extLst>
            </p:cNvPr>
            <p:cNvSpPr>
              <a:spLocks/>
            </p:cNvSpPr>
            <p:nvPr>
              <p:custDataLst>
                <p:tags r:id="rId81"/>
              </p:custDataLst>
            </p:nvPr>
          </p:nvSpPr>
          <p:spPr bwMode="auto">
            <a:xfrm>
              <a:off x="8966198" y="6454776"/>
              <a:ext cx="250825" cy="225425"/>
            </a:xfrm>
            <a:custGeom>
              <a:avLst/>
              <a:gdLst>
                <a:gd name="T0" fmla="*/ 353 w 353"/>
                <a:gd name="T1" fmla="*/ 5 h 363"/>
                <a:gd name="T2" fmla="*/ 348 w 353"/>
                <a:gd name="T3" fmla="*/ 0 h 363"/>
                <a:gd name="T4" fmla="*/ 340 w 353"/>
                <a:gd name="T5" fmla="*/ 6 h 363"/>
                <a:gd name="T6" fmla="*/ 306 w 353"/>
                <a:gd name="T7" fmla="*/ 45 h 363"/>
                <a:gd name="T8" fmla="*/ 223 w 353"/>
                <a:gd name="T9" fmla="*/ 0 h 363"/>
                <a:gd name="T10" fmla="*/ 0 w 353"/>
                <a:gd name="T11" fmla="*/ 226 h 363"/>
                <a:gd name="T12" fmla="*/ 135 w 353"/>
                <a:gd name="T13" fmla="*/ 363 h 363"/>
                <a:gd name="T14" fmla="*/ 242 w 353"/>
                <a:gd name="T15" fmla="*/ 320 h 363"/>
                <a:gd name="T16" fmla="*/ 297 w 353"/>
                <a:gd name="T17" fmla="*/ 232 h 363"/>
                <a:gd name="T18" fmla="*/ 291 w 353"/>
                <a:gd name="T19" fmla="*/ 227 h 363"/>
                <a:gd name="T20" fmla="*/ 285 w 353"/>
                <a:gd name="T21" fmla="*/ 232 h 363"/>
                <a:gd name="T22" fmla="*/ 234 w 353"/>
                <a:gd name="T23" fmla="*/ 311 h 363"/>
                <a:gd name="T24" fmla="*/ 143 w 353"/>
                <a:gd name="T25" fmla="*/ 347 h 363"/>
                <a:gd name="T26" fmla="*/ 45 w 353"/>
                <a:gd name="T27" fmla="*/ 244 h 363"/>
                <a:gd name="T28" fmla="*/ 105 w 353"/>
                <a:gd name="T29" fmla="*/ 76 h 363"/>
                <a:gd name="T30" fmla="*/ 227 w 353"/>
                <a:gd name="T31" fmla="*/ 16 h 363"/>
                <a:gd name="T32" fmla="*/ 307 w 353"/>
                <a:gd name="T33" fmla="*/ 112 h 363"/>
                <a:gd name="T34" fmla="*/ 306 w 353"/>
                <a:gd name="T35" fmla="*/ 137 h 363"/>
                <a:gd name="T36" fmla="*/ 313 w 353"/>
                <a:gd name="T37" fmla="*/ 142 h 363"/>
                <a:gd name="T38" fmla="*/ 322 w 353"/>
                <a:gd name="T39" fmla="*/ 132 h 363"/>
                <a:gd name="T40" fmla="*/ 353 w 353"/>
                <a:gd name="T41" fmla="*/ 5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3" h="363">
                  <a:moveTo>
                    <a:pt x="353" y="5"/>
                  </a:moveTo>
                  <a:cubicBezTo>
                    <a:pt x="353" y="4"/>
                    <a:pt x="352" y="0"/>
                    <a:pt x="348" y="0"/>
                  </a:cubicBezTo>
                  <a:cubicBezTo>
                    <a:pt x="346" y="0"/>
                    <a:pt x="346" y="1"/>
                    <a:pt x="340" y="6"/>
                  </a:cubicBezTo>
                  <a:lnTo>
                    <a:pt x="306" y="45"/>
                  </a:lnTo>
                  <a:cubicBezTo>
                    <a:pt x="301" y="38"/>
                    <a:pt x="278" y="0"/>
                    <a:pt x="223" y="0"/>
                  </a:cubicBezTo>
                  <a:cubicBezTo>
                    <a:pt x="112" y="0"/>
                    <a:pt x="0" y="110"/>
                    <a:pt x="0" y="226"/>
                  </a:cubicBezTo>
                  <a:cubicBezTo>
                    <a:pt x="0" y="308"/>
                    <a:pt x="58" y="363"/>
                    <a:pt x="135" y="363"/>
                  </a:cubicBezTo>
                  <a:cubicBezTo>
                    <a:pt x="178" y="363"/>
                    <a:pt x="216" y="343"/>
                    <a:pt x="242" y="320"/>
                  </a:cubicBezTo>
                  <a:cubicBezTo>
                    <a:pt x="289" y="279"/>
                    <a:pt x="297" y="234"/>
                    <a:pt x="297" y="232"/>
                  </a:cubicBezTo>
                  <a:cubicBezTo>
                    <a:pt x="297" y="227"/>
                    <a:pt x="292" y="227"/>
                    <a:pt x="291" y="227"/>
                  </a:cubicBezTo>
                  <a:cubicBezTo>
                    <a:pt x="288" y="227"/>
                    <a:pt x="286" y="228"/>
                    <a:pt x="285" y="232"/>
                  </a:cubicBezTo>
                  <a:cubicBezTo>
                    <a:pt x="280" y="247"/>
                    <a:pt x="269" y="282"/>
                    <a:pt x="234" y="311"/>
                  </a:cubicBezTo>
                  <a:cubicBezTo>
                    <a:pt x="200" y="339"/>
                    <a:pt x="169" y="347"/>
                    <a:pt x="143" y="347"/>
                  </a:cubicBezTo>
                  <a:cubicBezTo>
                    <a:pt x="98" y="347"/>
                    <a:pt x="45" y="321"/>
                    <a:pt x="45" y="244"/>
                  </a:cubicBezTo>
                  <a:cubicBezTo>
                    <a:pt x="45" y="215"/>
                    <a:pt x="55" y="134"/>
                    <a:pt x="105" y="76"/>
                  </a:cubicBezTo>
                  <a:cubicBezTo>
                    <a:pt x="136" y="41"/>
                    <a:pt x="182" y="16"/>
                    <a:pt x="227" y="16"/>
                  </a:cubicBezTo>
                  <a:cubicBezTo>
                    <a:pt x="278" y="16"/>
                    <a:pt x="307" y="54"/>
                    <a:pt x="307" y="112"/>
                  </a:cubicBezTo>
                  <a:cubicBezTo>
                    <a:pt x="307" y="132"/>
                    <a:pt x="306" y="132"/>
                    <a:pt x="306" y="137"/>
                  </a:cubicBezTo>
                  <a:cubicBezTo>
                    <a:pt x="306" y="142"/>
                    <a:pt x="311" y="142"/>
                    <a:pt x="313" y="142"/>
                  </a:cubicBezTo>
                  <a:cubicBezTo>
                    <a:pt x="320" y="142"/>
                    <a:pt x="320" y="141"/>
                    <a:pt x="322" y="132"/>
                  </a:cubicBezTo>
                  <a:lnTo>
                    <a:pt x="353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1" name="Freeform 50 2">
              <a:extLst>
                <a:ext uri="{FF2B5EF4-FFF2-40B4-BE49-F238E27FC236}">
                  <a16:creationId xmlns:a16="http://schemas.microsoft.com/office/drawing/2014/main" id="{F8DABD2F-C6B1-6B5A-B9EE-9ABB5622ED9F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385048" y="6588920"/>
              <a:ext cx="387351" cy="14288"/>
            </a:xfrm>
            <a:custGeom>
              <a:avLst/>
              <a:gdLst/>
              <a:ahLst/>
              <a:cxnLst/>
              <a:rect l="0" t="0" r="0" b="0"/>
              <a:pathLst>
                <a:path w="387351" h="14288">
                  <a:moveTo>
                    <a:pt x="0" y="14287"/>
                  </a:moveTo>
                  <a:lnTo>
                    <a:pt x="387350" y="14287"/>
                  </a:lnTo>
                  <a:lnTo>
                    <a:pt x="3873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52" name="グループ化 51" descr="\documentclass{article}&#10;\usepackage{amsmath,bm}&#10;\pagestyle{empty}&#10;\begin{document}&#10;&#10;$\tfrac{dN}{dt} = rN\left(1-\tfrac{N}{k}\right)$&#10;&#10;&#10;\end{document}" title="IguanaTex Vector Display">
            <a:extLst>
              <a:ext uri="{FF2B5EF4-FFF2-40B4-BE49-F238E27FC236}">
                <a16:creationId xmlns:a16="http://schemas.microsoft.com/office/drawing/2014/main" id="{FC6A0F35-5E98-401F-31FE-669BA0823DB7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6158706" y="2116412"/>
            <a:ext cx="2698751" cy="407988"/>
            <a:chOff x="7943850" y="6356350"/>
            <a:chExt cx="2698751" cy="407988"/>
          </a:xfrm>
        </p:grpSpPr>
        <p:sp>
          <p:nvSpPr>
            <p:cNvPr id="53" name="Freeform 18 2">
              <a:extLst>
                <a:ext uri="{FF2B5EF4-FFF2-40B4-BE49-F238E27FC236}">
                  <a16:creationId xmlns:a16="http://schemas.microsoft.com/office/drawing/2014/main" id="{1D891E47-D831-09A7-6C7D-F90F39A499B5}"/>
                </a:ext>
              </a:extLst>
            </p:cNvPr>
            <p:cNvSpPr>
              <a:spLocks noEditPoints="1"/>
            </p:cNvSpPr>
            <p:nvPr>
              <p:custDataLst>
                <p:tags r:id="rId58"/>
              </p:custDataLst>
            </p:nvPr>
          </p:nvSpPr>
          <p:spPr bwMode="auto">
            <a:xfrm>
              <a:off x="7959725" y="6356350"/>
              <a:ext cx="128588" cy="163513"/>
            </a:xfrm>
            <a:custGeom>
              <a:avLst/>
              <a:gdLst>
                <a:gd name="T0" fmla="*/ 178 w 179"/>
                <a:gd name="T1" fmla="*/ 10 h 245"/>
                <a:gd name="T2" fmla="*/ 179 w 179"/>
                <a:gd name="T3" fmla="*/ 4 h 245"/>
                <a:gd name="T4" fmla="*/ 173 w 179"/>
                <a:gd name="T5" fmla="*/ 0 h 245"/>
                <a:gd name="T6" fmla="*/ 129 w 179"/>
                <a:gd name="T7" fmla="*/ 3 h 245"/>
                <a:gd name="T8" fmla="*/ 121 w 179"/>
                <a:gd name="T9" fmla="*/ 11 h 245"/>
                <a:gd name="T10" fmla="*/ 130 w 179"/>
                <a:gd name="T11" fmla="*/ 16 h 245"/>
                <a:gd name="T12" fmla="*/ 147 w 179"/>
                <a:gd name="T13" fmla="*/ 21 h 245"/>
                <a:gd name="T14" fmla="*/ 146 w 179"/>
                <a:gd name="T15" fmla="*/ 29 h 245"/>
                <a:gd name="T16" fmla="*/ 126 w 179"/>
                <a:gd name="T17" fmla="*/ 108 h 245"/>
                <a:gd name="T18" fmla="*/ 90 w 179"/>
                <a:gd name="T19" fmla="*/ 88 h 245"/>
                <a:gd name="T20" fmla="*/ 0 w 179"/>
                <a:gd name="T21" fmla="*/ 187 h 245"/>
                <a:gd name="T22" fmla="*/ 52 w 179"/>
                <a:gd name="T23" fmla="*/ 245 h 245"/>
                <a:gd name="T24" fmla="*/ 102 w 179"/>
                <a:gd name="T25" fmla="*/ 221 h 245"/>
                <a:gd name="T26" fmla="*/ 138 w 179"/>
                <a:gd name="T27" fmla="*/ 245 h 245"/>
                <a:gd name="T28" fmla="*/ 165 w 179"/>
                <a:gd name="T29" fmla="*/ 227 h 245"/>
                <a:gd name="T30" fmla="*/ 178 w 179"/>
                <a:gd name="T31" fmla="*/ 192 h 245"/>
                <a:gd name="T32" fmla="*/ 172 w 179"/>
                <a:gd name="T33" fmla="*/ 187 h 245"/>
                <a:gd name="T34" fmla="*/ 164 w 179"/>
                <a:gd name="T35" fmla="*/ 198 h 245"/>
                <a:gd name="T36" fmla="*/ 139 w 179"/>
                <a:gd name="T37" fmla="*/ 235 h 245"/>
                <a:gd name="T38" fmla="*/ 127 w 179"/>
                <a:gd name="T39" fmla="*/ 218 h 245"/>
                <a:gd name="T40" fmla="*/ 129 w 179"/>
                <a:gd name="T41" fmla="*/ 204 h 245"/>
                <a:gd name="T42" fmla="*/ 178 w 179"/>
                <a:gd name="T43" fmla="*/ 10 h 245"/>
                <a:gd name="T44" fmla="*/ 103 w 179"/>
                <a:gd name="T45" fmla="*/ 198 h 245"/>
                <a:gd name="T46" fmla="*/ 86 w 179"/>
                <a:gd name="T47" fmla="*/ 221 h 245"/>
                <a:gd name="T48" fmla="*/ 54 w 179"/>
                <a:gd name="T49" fmla="*/ 235 h 245"/>
                <a:gd name="T50" fmla="*/ 28 w 179"/>
                <a:gd name="T51" fmla="*/ 201 h 245"/>
                <a:gd name="T52" fmla="*/ 46 w 179"/>
                <a:gd name="T53" fmla="*/ 131 h 245"/>
                <a:gd name="T54" fmla="*/ 90 w 179"/>
                <a:gd name="T55" fmla="*/ 98 h 245"/>
                <a:gd name="T56" fmla="*/ 121 w 179"/>
                <a:gd name="T57" fmla="*/ 128 h 245"/>
                <a:gd name="T58" fmla="*/ 120 w 179"/>
                <a:gd name="T59" fmla="*/ 133 h 245"/>
                <a:gd name="T60" fmla="*/ 103 w 179"/>
                <a:gd name="T61" fmla="*/ 19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5">
                  <a:moveTo>
                    <a:pt x="178" y="10"/>
                  </a:moveTo>
                  <a:cubicBezTo>
                    <a:pt x="178" y="9"/>
                    <a:pt x="179" y="5"/>
                    <a:pt x="179" y="4"/>
                  </a:cubicBezTo>
                  <a:cubicBezTo>
                    <a:pt x="179" y="3"/>
                    <a:pt x="178" y="0"/>
                    <a:pt x="173" y="0"/>
                  </a:cubicBezTo>
                  <a:cubicBezTo>
                    <a:pt x="167" y="0"/>
                    <a:pt x="138" y="2"/>
                    <a:pt x="129" y="3"/>
                  </a:cubicBezTo>
                  <a:cubicBezTo>
                    <a:pt x="126" y="3"/>
                    <a:pt x="121" y="4"/>
                    <a:pt x="121" y="11"/>
                  </a:cubicBezTo>
                  <a:cubicBezTo>
                    <a:pt x="121" y="16"/>
                    <a:pt x="126" y="16"/>
                    <a:pt x="130" y="16"/>
                  </a:cubicBezTo>
                  <a:cubicBezTo>
                    <a:pt x="147" y="16"/>
                    <a:pt x="147" y="18"/>
                    <a:pt x="147" y="21"/>
                  </a:cubicBezTo>
                  <a:cubicBezTo>
                    <a:pt x="147" y="24"/>
                    <a:pt x="146" y="26"/>
                    <a:pt x="146" y="29"/>
                  </a:cubicBezTo>
                  <a:lnTo>
                    <a:pt x="126" y="108"/>
                  </a:lnTo>
                  <a:cubicBezTo>
                    <a:pt x="118" y="97"/>
                    <a:pt x="107" y="88"/>
                    <a:pt x="90" y="88"/>
                  </a:cubicBezTo>
                  <a:cubicBezTo>
                    <a:pt x="45" y="88"/>
                    <a:pt x="0" y="137"/>
                    <a:pt x="0" y="187"/>
                  </a:cubicBezTo>
                  <a:cubicBezTo>
                    <a:pt x="0" y="221"/>
                    <a:pt x="22" y="245"/>
                    <a:pt x="52" y="245"/>
                  </a:cubicBezTo>
                  <a:cubicBezTo>
                    <a:pt x="71" y="245"/>
                    <a:pt x="88" y="234"/>
                    <a:pt x="102" y="221"/>
                  </a:cubicBezTo>
                  <a:cubicBezTo>
                    <a:pt x="109" y="242"/>
                    <a:pt x="129" y="245"/>
                    <a:pt x="138" y="245"/>
                  </a:cubicBezTo>
                  <a:cubicBezTo>
                    <a:pt x="150" y="245"/>
                    <a:pt x="159" y="237"/>
                    <a:pt x="165" y="227"/>
                  </a:cubicBezTo>
                  <a:cubicBezTo>
                    <a:pt x="173" y="213"/>
                    <a:pt x="178" y="193"/>
                    <a:pt x="178" y="192"/>
                  </a:cubicBezTo>
                  <a:cubicBezTo>
                    <a:pt x="178" y="187"/>
                    <a:pt x="173" y="187"/>
                    <a:pt x="172" y="187"/>
                  </a:cubicBezTo>
                  <a:cubicBezTo>
                    <a:pt x="167" y="187"/>
                    <a:pt x="167" y="189"/>
                    <a:pt x="164" y="198"/>
                  </a:cubicBezTo>
                  <a:cubicBezTo>
                    <a:pt x="160" y="215"/>
                    <a:pt x="154" y="235"/>
                    <a:pt x="139" y="235"/>
                  </a:cubicBezTo>
                  <a:cubicBezTo>
                    <a:pt x="130" y="235"/>
                    <a:pt x="127" y="228"/>
                    <a:pt x="127" y="218"/>
                  </a:cubicBezTo>
                  <a:cubicBezTo>
                    <a:pt x="127" y="212"/>
                    <a:pt x="128" y="208"/>
                    <a:pt x="129" y="204"/>
                  </a:cubicBezTo>
                  <a:lnTo>
                    <a:pt x="178" y="10"/>
                  </a:lnTo>
                  <a:close/>
                  <a:moveTo>
                    <a:pt x="103" y="198"/>
                  </a:moveTo>
                  <a:cubicBezTo>
                    <a:pt x="101" y="208"/>
                    <a:pt x="93" y="215"/>
                    <a:pt x="86" y="221"/>
                  </a:cubicBezTo>
                  <a:cubicBezTo>
                    <a:pt x="82" y="224"/>
                    <a:pt x="69" y="235"/>
                    <a:pt x="54" y="235"/>
                  </a:cubicBezTo>
                  <a:cubicBezTo>
                    <a:pt x="41" y="235"/>
                    <a:pt x="28" y="226"/>
                    <a:pt x="28" y="201"/>
                  </a:cubicBezTo>
                  <a:cubicBezTo>
                    <a:pt x="28" y="183"/>
                    <a:pt x="38" y="145"/>
                    <a:pt x="46" y="131"/>
                  </a:cubicBezTo>
                  <a:cubicBezTo>
                    <a:pt x="62" y="103"/>
                    <a:pt x="80" y="98"/>
                    <a:pt x="90" y="98"/>
                  </a:cubicBezTo>
                  <a:cubicBezTo>
                    <a:pt x="114" y="98"/>
                    <a:pt x="121" y="124"/>
                    <a:pt x="121" y="128"/>
                  </a:cubicBezTo>
                  <a:cubicBezTo>
                    <a:pt x="121" y="129"/>
                    <a:pt x="120" y="132"/>
                    <a:pt x="120" y="133"/>
                  </a:cubicBezTo>
                  <a:lnTo>
                    <a:pt x="103" y="19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4" name="Freeform 19 2">
              <a:extLst>
                <a:ext uri="{FF2B5EF4-FFF2-40B4-BE49-F238E27FC236}">
                  <a16:creationId xmlns:a16="http://schemas.microsoft.com/office/drawing/2014/main" id="{CAE5ACD1-1035-F627-B641-DB7343AC324B}"/>
                </a:ext>
              </a:extLst>
            </p:cNvPr>
            <p:cNvSpPr>
              <a:spLocks/>
            </p:cNvSpPr>
            <p:nvPr>
              <p:custDataLst>
                <p:tags r:id="rId59"/>
              </p:custDataLst>
            </p:nvPr>
          </p:nvSpPr>
          <p:spPr bwMode="auto">
            <a:xfrm>
              <a:off x="8110538" y="6359525"/>
              <a:ext cx="222250" cy="158750"/>
            </a:xfrm>
            <a:custGeom>
              <a:avLst/>
              <a:gdLst>
                <a:gd name="T0" fmla="*/ 267 w 311"/>
                <a:gd name="T1" fmla="*/ 38 h 239"/>
                <a:gd name="T2" fmla="*/ 304 w 311"/>
                <a:gd name="T3" fmla="*/ 13 h 239"/>
                <a:gd name="T4" fmla="*/ 311 w 311"/>
                <a:gd name="T5" fmla="*/ 5 h 239"/>
                <a:gd name="T6" fmla="*/ 305 w 311"/>
                <a:gd name="T7" fmla="*/ 0 h 239"/>
                <a:gd name="T8" fmla="*/ 269 w 311"/>
                <a:gd name="T9" fmla="*/ 2 h 239"/>
                <a:gd name="T10" fmla="*/ 232 w 311"/>
                <a:gd name="T11" fmla="*/ 0 h 239"/>
                <a:gd name="T12" fmla="*/ 225 w 311"/>
                <a:gd name="T13" fmla="*/ 8 h 239"/>
                <a:gd name="T14" fmla="*/ 233 w 311"/>
                <a:gd name="T15" fmla="*/ 13 h 239"/>
                <a:gd name="T16" fmla="*/ 255 w 311"/>
                <a:gd name="T17" fmla="*/ 27 h 239"/>
                <a:gd name="T18" fmla="*/ 254 w 311"/>
                <a:gd name="T19" fmla="*/ 36 h 239"/>
                <a:gd name="T20" fmla="*/ 216 w 311"/>
                <a:gd name="T21" fmla="*/ 188 h 239"/>
                <a:gd name="T22" fmla="*/ 127 w 311"/>
                <a:gd name="T23" fmla="*/ 6 h 239"/>
                <a:gd name="T24" fmla="*/ 115 w 311"/>
                <a:gd name="T25" fmla="*/ 0 h 239"/>
                <a:gd name="T26" fmla="*/ 67 w 311"/>
                <a:gd name="T27" fmla="*/ 0 h 239"/>
                <a:gd name="T28" fmla="*/ 56 w 311"/>
                <a:gd name="T29" fmla="*/ 8 h 239"/>
                <a:gd name="T30" fmla="*/ 68 w 311"/>
                <a:gd name="T31" fmla="*/ 13 h 239"/>
                <a:gd name="T32" fmla="*/ 90 w 311"/>
                <a:gd name="T33" fmla="*/ 15 h 239"/>
                <a:gd name="T34" fmla="*/ 43 w 311"/>
                <a:gd name="T35" fmla="*/ 201 h 239"/>
                <a:gd name="T36" fmla="*/ 7 w 311"/>
                <a:gd name="T37" fmla="*/ 226 h 239"/>
                <a:gd name="T38" fmla="*/ 0 w 311"/>
                <a:gd name="T39" fmla="*/ 233 h 239"/>
                <a:gd name="T40" fmla="*/ 5 w 311"/>
                <a:gd name="T41" fmla="*/ 239 h 239"/>
                <a:gd name="T42" fmla="*/ 41 w 311"/>
                <a:gd name="T43" fmla="*/ 237 h 239"/>
                <a:gd name="T44" fmla="*/ 78 w 311"/>
                <a:gd name="T45" fmla="*/ 239 h 239"/>
                <a:gd name="T46" fmla="*/ 85 w 311"/>
                <a:gd name="T47" fmla="*/ 231 h 239"/>
                <a:gd name="T48" fmla="*/ 77 w 311"/>
                <a:gd name="T49" fmla="*/ 226 h 239"/>
                <a:gd name="T50" fmla="*/ 55 w 311"/>
                <a:gd name="T51" fmla="*/ 211 h 239"/>
                <a:gd name="T52" fmla="*/ 57 w 311"/>
                <a:gd name="T53" fmla="*/ 203 h 239"/>
                <a:gd name="T54" fmla="*/ 101 w 311"/>
                <a:gd name="T55" fmla="*/ 24 h 239"/>
                <a:gd name="T56" fmla="*/ 203 w 311"/>
                <a:gd name="T57" fmla="*/ 233 h 239"/>
                <a:gd name="T58" fmla="*/ 211 w 311"/>
                <a:gd name="T59" fmla="*/ 239 h 239"/>
                <a:gd name="T60" fmla="*/ 218 w 311"/>
                <a:gd name="T61" fmla="*/ 231 h 239"/>
                <a:gd name="T62" fmla="*/ 267 w 311"/>
                <a:gd name="T63" fmla="*/ 38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1" h="239">
                  <a:moveTo>
                    <a:pt x="267" y="38"/>
                  </a:moveTo>
                  <a:cubicBezTo>
                    <a:pt x="270" y="25"/>
                    <a:pt x="276" y="14"/>
                    <a:pt x="304" y="13"/>
                  </a:cubicBezTo>
                  <a:cubicBezTo>
                    <a:pt x="305" y="13"/>
                    <a:pt x="311" y="13"/>
                    <a:pt x="311" y="5"/>
                  </a:cubicBezTo>
                  <a:cubicBezTo>
                    <a:pt x="311" y="3"/>
                    <a:pt x="309" y="0"/>
                    <a:pt x="305" y="0"/>
                  </a:cubicBezTo>
                  <a:cubicBezTo>
                    <a:pt x="294" y="0"/>
                    <a:pt x="281" y="2"/>
                    <a:pt x="269" y="2"/>
                  </a:cubicBezTo>
                  <a:cubicBezTo>
                    <a:pt x="261" y="2"/>
                    <a:pt x="240" y="0"/>
                    <a:pt x="232" y="0"/>
                  </a:cubicBezTo>
                  <a:cubicBezTo>
                    <a:pt x="230" y="0"/>
                    <a:pt x="225" y="0"/>
                    <a:pt x="225" y="8"/>
                  </a:cubicBezTo>
                  <a:cubicBezTo>
                    <a:pt x="225" y="13"/>
                    <a:pt x="230" y="13"/>
                    <a:pt x="233" y="13"/>
                  </a:cubicBezTo>
                  <a:cubicBezTo>
                    <a:pt x="249" y="13"/>
                    <a:pt x="255" y="19"/>
                    <a:pt x="255" y="27"/>
                  </a:cubicBezTo>
                  <a:cubicBezTo>
                    <a:pt x="255" y="30"/>
                    <a:pt x="255" y="32"/>
                    <a:pt x="254" y="36"/>
                  </a:cubicBezTo>
                  <a:lnTo>
                    <a:pt x="216" y="188"/>
                  </a:lnTo>
                  <a:lnTo>
                    <a:pt x="127" y="6"/>
                  </a:lnTo>
                  <a:cubicBezTo>
                    <a:pt x="124" y="0"/>
                    <a:pt x="124" y="0"/>
                    <a:pt x="115" y="0"/>
                  </a:cubicBezTo>
                  <a:lnTo>
                    <a:pt x="67" y="0"/>
                  </a:lnTo>
                  <a:cubicBezTo>
                    <a:pt x="61" y="0"/>
                    <a:pt x="56" y="0"/>
                    <a:pt x="56" y="8"/>
                  </a:cubicBezTo>
                  <a:cubicBezTo>
                    <a:pt x="56" y="13"/>
                    <a:pt x="60" y="13"/>
                    <a:pt x="68" y="13"/>
                  </a:cubicBezTo>
                  <a:cubicBezTo>
                    <a:pt x="75" y="13"/>
                    <a:pt x="83" y="13"/>
                    <a:pt x="90" y="15"/>
                  </a:cubicBezTo>
                  <a:lnTo>
                    <a:pt x="43" y="201"/>
                  </a:lnTo>
                  <a:cubicBezTo>
                    <a:pt x="40" y="215"/>
                    <a:pt x="34" y="225"/>
                    <a:pt x="7" y="226"/>
                  </a:cubicBezTo>
                  <a:cubicBezTo>
                    <a:pt x="5" y="226"/>
                    <a:pt x="0" y="226"/>
                    <a:pt x="0" y="233"/>
                  </a:cubicBezTo>
                  <a:cubicBezTo>
                    <a:pt x="0" y="237"/>
                    <a:pt x="3" y="239"/>
                    <a:pt x="5" y="239"/>
                  </a:cubicBezTo>
                  <a:cubicBezTo>
                    <a:pt x="17" y="239"/>
                    <a:pt x="29" y="237"/>
                    <a:pt x="41" y="237"/>
                  </a:cubicBezTo>
                  <a:cubicBezTo>
                    <a:pt x="50" y="237"/>
                    <a:pt x="70" y="239"/>
                    <a:pt x="78" y="239"/>
                  </a:cubicBezTo>
                  <a:cubicBezTo>
                    <a:pt x="82" y="239"/>
                    <a:pt x="85" y="237"/>
                    <a:pt x="85" y="231"/>
                  </a:cubicBezTo>
                  <a:cubicBezTo>
                    <a:pt x="85" y="226"/>
                    <a:pt x="81" y="226"/>
                    <a:pt x="77" y="226"/>
                  </a:cubicBezTo>
                  <a:cubicBezTo>
                    <a:pt x="55" y="225"/>
                    <a:pt x="55" y="216"/>
                    <a:pt x="55" y="211"/>
                  </a:cubicBezTo>
                  <a:cubicBezTo>
                    <a:pt x="55" y="210"/>
                    <a:pt x="55" y="208"/>
                    <a:pt x="57" y="203"/>
                  </a:cubicBezTo>
                  <a:lnTo>
                    <a:pt x="101" y="24"/>
                  </a:lnTo>
                  <a:lnTo>
                    <a:pt x="203" y="233"/>
                  </a:lnTo>
                  <a:cubicBezTo>
                    <a:pt x="206" y="238"/>
                    <a:pt x="207" y="239"/>
                    <a:pt x="211" y="239"/>
                  </a:cubicBezTo>
                  <a:cubicBezTo>
                    <a:pt x="216" y="239"/>
                    <a:pt x="216" y="238"/>
                    <a:pt x="218" y="231"/>
                  </a:cubicBezTo>
                  <a:lnTo>
                    <a:pt x="267" y="3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B7F7C2FE-98C8-3797-50E1-8B1CFF91A2C1}"/>
                </a:ext>
              </a:extLst>
            </p:cNvPr>
            <p:cNvSpPr>
              <a:spLocks noEditPoints="1"/>
            </p:cNvSpPr>
            <p:nvPr>
              <p:custDataLst>
                <p:tags r:id="rId60"/>
              </p:custDataLst>
            </p:nvPr>
          </p:nvSpPr>
          <p:spPr bwMode="auto">
            <a:xfrm>
              <a:off x="8031163" y="6602413"/>
              <a:ext cx="128588" cy="161925"/>
            </a:xfrm>
            <a:custGeom>
              <a:avLst/>
              <a:gdLst>
                <a:gd name="T0" fmla="*/ 178 w 179"/>
                <a:gd name="T1" fmla="*/ 10 h 245"/>
                <a:gd name="T2" fmla="*/ 179 w 179"/>
                <a:gd name="T3" fmla="*/ 4 h 245"/>
                <a:gd name="T4" fmla="*/ 174 w 179"/>
                <a:gd name="T5" fmla="*/ 0 h 245"/>
                <a:gd name="T6" fmla="*/ 129 w 179"/>
                <a:gd name="T7" fmla="*/ 3 h 245"/>
                <a:gd name="T8" fmla="*/ 121 w 179"/>
                <a:gd name="T9" fmla="*/ 11 h 245"/>
                <a:gd name="T10" fmla="*/ 130 w 179"/>
                <a:gd name="T11" fmla="*/ 16 h 245"/>
                <a:gd name="T12" fmla="*/ 147 w 179"/>
                <a:gd name="T13" fmla="*/ 21 h 245"/>
                <a:gd name="T14" fmla="*/ 146 w 179"/>
                <a:gd name="T15" fmla="*/ 29 h 245"/>
                <a:gd name="T16" fmla="*/ 126 w 179"/>
                <a:gd name="T17" fmla="*/ 108 h 245"/>
                <a:gd name="T18" fmla="*/ 90 w 179"/>
                <a:gd name="T19" fmla="*/ 88 h 245"/>
                <a:gd name="T20" fmla="*/ 0 w 179"/>
                <a:gd name="T21" fmla="*/ 187 h 245"/>
                <a:gd name="T22" fmla="*/ 53 w 179"/>
                <a:gd name="T23" fmla="*/ 245 h 245"/>
                <a:gd name="T24" fmla="*/ 102 w 179"/>
                <a:gd name="T25" fmla="*/ 221 h 245"/>
                <a:gd name="T26" fmla="*/ 138 w 179"/>
                <a:gd name="T27" fmla="*/ 245 h 245"/>
                <a:gd name="T28" fmla="*/ 166 w 179"/>
                <a:gd name="T29" fmla="*/ 227 h 245"/>
                <a:gd name="T30" fmla="*/ 178 w 179"/>
                <a:gd name="T31" fmla="*/ 192 h 245"/>
                <a:gd name="T32" fmla="*/ 172 w 179"/>
                <a:gd name="T33" fmla="*/ 187 h 245"/>
                <a:gd name="T34" fmla="*/ 164 w 179"/>
                <a:gd name="T35" fmla="*/ 198 h 245"/>
                <a:gd name="T36" fmla="*/ 139 w 179"/>
                <a:gd name="T37" fmla="*/ 235 h 245"/>
                <a:gd name="T38" fmla="*/ 128 w 179"/>
                <a:gd name="T39" fmla="*/ 218 h 245"/>
                <a:gd name="T40" fmla="*/ 129 w 179"/>
                <a:gd name="T41" fmla="*/ 204 h 245"/>
                <a:gd name="T42" fmla="*/ 178 w 179"/>
                <a:gd name="T43" fmla="*/ 10 h 245"/>
                <a:gd name="T44" fmla="*/ 103 w 179"/>
                <a:gd name="T45" fmla="*/ 198 h 245"/>
                <a:gd name="T46" fmla="*/ 86 w 179"/>
                <a:gd name="T47" fmla="*/ 221 h 245"/>
                <a:gd name="T48" fmla="*/ 54 w 179"/>
                <a:gd name="T49" fmla="*/ 235 h 245"/>
                <a:gd name="T50" fmla="*/ 28 w 179"/>
                <a:gd name="T51" fmla="*/ 201 h 245"/>
                <a:gd name="T52" fmla="*/ 46 w 179"/>
                <a:gd name="T53" fmla="*/ 131 h 245"/>
                <a:gd name="T54" fmla="*/ 90 w 179"/>
                <a:gd name="T55" fmla="*/ 98 h 245"/>
                <a:gd name="T56" fmla="*/ 121 w 179"/>
                <a:gd name="T57" fmla="*/ 128 h 245"/>
                <a:gd name="T58" fmla="*/ 120 w 179"/>
                <a:gd name="T59" fmla="*/ 133 h 245"/>
                <a:gd name="T60" fmla="*/ 103 w 179"/>
                <a:gd name="T61" fmla="*/ 19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5">
                  <a:moveTo>
                    <a:pt x="178" y="10"/>
                  </a:moveTo>
                  <a:cubicBezTo>
                    <a:pt x="178" y="9"/>
                    <a:pt x="179" y="5"/>
                    <a:pt x="179" y="4"/>
                  </a:cubicBezTo>
                  <a:cubicBezTo>
                    <a:pt x="179" y="3"/>
                    <a:pt x="178" y="0"/>
                    <a:pt x="174" y="0"/>
                  </a:cubicBezTo>
                  <a:cubicBezTo>
                    <a:pt x="167" y="0"/>
                    <a:pt x="138" y="2"/>
                    <a:pt x="129" y="3"/>
                  </a:cubicBezTo>
                  <a:cubicBezTo>
                    <a:pt x="126" y="3"/>
                    <a:pt x="121" y="4"/>
                    <a:pt x="121" y="11"/>
                  </a:cubicBezTo>
                  <a:cubicBezTo>
                    <a:pt x="121" y="16"/>
                    <a:pt x="126" y="16"/>
                    <a:pt x="130" y="16"/>
                  </a:cubicBezTo>
                  <a:cubicBezTo>
                    <a:pt x="147" y="16"/>
                    <a:pt x="147" y="18"/>
                    <a:pt x="147" y="21"/>
                  </a:cubicBezTo>
                  <a:cubicBezTo>
                    <a:pt x="147" y="24"/>
                    <a:pt x="146" y="26"/>
                    <a:pt x="146" y="29"/>
                  </a:cubicBezTo>
                  <a:lnTo>
                    <a:pt x="126" y="108"/>
                  </a:lnTo>
                  <a:cubicBezTo>
                    <a:pt x="118" y="97"/>
                    <a:pt x="107" y="88"/>
                    <a:pt x="90" y="88"/>
                  </a:cubicBezTo>
                  <a:cubicBezTo>
                    <a:pt x="45" y="88"/>
                    <a:pt x="0" y="137"/>
                    <a:pt x="0" y="187"/>
                  </a:cubicBezTo>
                  <a:cubicBezTo>
                    <a:pt x="0" y="221"/>
                    <a:pt x="23" y="245"/>
                    <a:pt x="53" y="245"/>
                  </a:cubicBezTo>
                  <a:cubicBezTo>
                    <a:pt x="71" y="245"/>
                    <a:pt x="88" y="234"/>
                    <a:pt x="102" y="221"/>
                  </a:cubicBezTo>
                  <a:cubicBezTo>
                    <a:pt x="109" y="242"/>
                    <a:pt x="129" y="245"/>
                    <a:pt x="138" y="245"/>
                  </a:cubicBezTo>
                  <a:cubicBezTo>
                    <a:pt x="151" y="245"/>
                    <a:pt x="159" y="237"/>
                    <a:pt x="166" y="227"/>
                  </a:cubicBezTo>
                  <a:cubicBezTo>
                    <a:pt x="173" y="213"/>
                    <a:pt x="178" y="193"/>
                    <a:pt x="178" y="192"/>
                  </a:cubicBezTo>
                  <a:cubicBezTo>
                    <a:pt x="178" y="187"/>
                    <a:pt x="173" y="187"/>
                    <a:pt x="172" y="187"/>
                  </a:cubicBezTo>
                  <a:cubicBezTo>
                    <a:pt x="167" y="187"/>
                    <a:pt x="167" y="189"/>
                    <a:pt x="164" y="198"/>
                  </a:cubicBezTo>
                  <a:cubicBezTo>
                    <a:pt x="160" y="215"/>
                    <a:pt x="154" y="235"/>
                    <a:pt x="139" y="235"/>
                  </a:cubicBezTo>
                  <a:cubicBezTo>
                    <a:pt x="130" y="235"/>
                    <a:pt x="128" y="228"/>
                    <a:pt x="128" y="218"/>
                  </a:cubicBezTo>
                  <a:cubicBezTo>
                    <a:pt x="128" y="212"/>
                    <a:pt x="128" y="208"/>
                    <a:pt x="129" y="204"/>
                  </a:cubicBezTo>
                  <a:lnTo>
                    <a:pt x="178" y="10"/>
                  </a:lnTo>
                  <a:close/>
                  <a:moveTo>
                    <a:pt x="103" y="198"/>
                  </a:moveTo>
                  <a:cubicBezTo>
                    <a:pt x="101" y="208"/>
                    <a:pt x="93" y="215"/>
                    <a:pt x="86" y="221"/>
                  </a:cubicBezTo>
                  <a:cubicBezTo>
                    <a:pt x="83" y="224"/>
                    <a:pt x="69" y="235"/>
                    <a:pt x="54" y="235"/>
                  </a:cubicBezTo>
                  <a:cubicBezTo>
                    <a:pt x="41" y="235"/>
                    <a:pt x="28" y="226"/>
                    <a:pt x="28" y="201"/>
                  </a:cubicBezTo>
                  <a:cubicBezTo>
                    <a:pt x="28" y="183"/>
                    <a:pt x="38" y="145"/>
                    <a:pt x="46" y="131"/>
                  </a:cubicBezTo>
                  <a:cubicBezTo>
                    <a:pt x="62" y="103"/>
                    <a:pt x="80" y="98"/>
                    <a:pt x="90" y="98"/>
                  </a:cubicBezTo>
                  <a:cubicBezTo>
                    <a:pt x="114" y="98"/>
                    <a:pt x="121" y="124"/>
                    <a:pt x="121" y="128"/>
                  </a:cubicBezTo>
                  <a:cubicBezTo>
                    <a:pt x="121" y="129"/>
                    <a:pt x="120" y="132"/>
                    <a:pt x="120" y="133"/>
                  </a:cubicBezTo>
                  <a:lnTo>
                    <a:pt x="103" y="19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32A873FD-072C-BA57-0F3F-633E323D3F3B}"/>
                </a:ext>
              </a:extLst>
            </p:cNvPr>
            <p:cNvSpPr>
              <a:spLocks/>
            </p:cNvSpPr>
            <p:nvPr>
              <p:custDataLst>
                <p:tags r:id="rId61"/>
              </p:custDataLst>
            </p:nvPr>
          </p:nvSpPr>
          <p:spPr bwMode="auto">
            <a:xfrm>
              <a:off x="8175625" y="6618288"/>
              <a:ext cx="84138" cy="146050"/>
            </a:xfrm>
            <a:custGeom>
              <a:avLst/>
              <a:gdLst>
                <a:gd name="T0" fmla="*/ 71 w 118"/>
                <a:gd name="T1" fmla="*/ 80 h 221"/>
                <a:gd name="T2" fmla="*/ 106 w 118"/>
                <a:gd name="T3" fmla="*/ 80 h 221"/>
                <a:gd name="T4" fmla="*/ 118 w 118"/>
                <a:gd name="T5" fmla="*/ 72 h 221"/>
                <a:gd name="T6" fmla="*/ 107 w 118"/>
                <a:gd name="T7" fmla="*/ 67 h 221"/>
                <a:gd name="T8" fmla="*/ 74 w 118"/>
                <a:gd name="T9" fmla="*/ 67 h 221"/>
                <a:gd name="T10" fmla="*/ 87 w 118"/>
                <a:gd name="T11" fmla="*/ 16 h 221"/>
                <a:gd name="T12" fmla="*/ 88 w 118"/>
                <a:gd name="T13" fmla="*/ 11 h 221"/>
                <a:gd name="T14" fmla="*/ 76 w 118"/>
                <a:gd name="T15" fmla="*/ 0 h 221"/>
                <a:gd name="T16" fmla="*/ 60 w 118"/>
                <a:gd name="T17" fmla="*/ 15 h 221"/>
                <a:gd name="T18" fmla="*/ 46 w 118"/>
                <a:gd name="T19" fmla="*/ 67 h 221"/>
                <a:gd name="T20" fmla="*/ 11 w 118"/>
                <a:gd name="T21" fmla="*/ 67 h 221"/>
                <a:gd name="T22" fmla="*/ 0 w 118"/>
                <a:gd name="T23" fmla="*/ 75 h 221"/>
                <a:gd name="T24" fmla="*/ 10 w 118"/>
                <a:gd name="T25" fmla="*/ 80 h 221"/>
                <a:gd name="T26" fmla="*/ 43 w 118"/>
                <a:gd name="T27" fmla="*/ 80 h 221"/>
                <a:gd name="T28" fmla="*/ 23 w 118"/>
                <a:gd name="T29" fmla="*/ 162 h 221"/>
                <a:gd name="T30" fmla="*/ 17 w 118"/>
                <a:gd name="T31" fmla="*/ 188 h 221"/>
                <a:gd name="T32" fmla="*/ 55 w 118"/>
                <a:gd name="T33" fmla="*/ 221 h 221"/>
                <a:gd name="T34" fmla="*/ 115 w 118"/>
                <a:gd name="T35" fmla="*/ 168 h 221"/>
                <a:gd name="T36" fmla="*/ 110 w 118"/>
                <a:gd name="T37" fmla="*/ 163 h 221"/>
                <a:gd name="T38" fmla="*/ 103 w 118"/>
                <a:gd name="T39" fmla="*/ 170 h 221"/>
                <a:gd name="T40" fmla="*/ 56 w 118"/>
                <a:gd name="T41" fmla="*/ 211 h 221"/>
                <a:gd name="T42" fmla="*/ 44 w 118"/>
                <a:gd name="T43" fmla="*/ 194 h 221"/>
                <a:gd name="T44" fmla="*/ 46 w 118"/>
                <a:gd name="T45" fmla="*/ 180 h 221"/>
                <a:gd name="T46" fmla="*/ 71 w 118"/>
                <a:gd name="T47" fmla="*/ 8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" h="221">
                  <a:moveTo>
                    <a:pt x="71" y="80"/>
                  </a:moveTo>
                  <a:lnTo>
                    <a:pt x="106" y="80"/>
                  </a:lnTo>
                  <a:cubicBezTo>
                    <a:pt x="113" y="80"/>
                    <a:pt x="118" y="80"/>
                    <a:pt x="118" y="72"/>
                  </a:cubicBezTo>
                  <a:cubicBezTo>
                    <a:pt x="118" y="67"/>
                    <a:pt x="113" y="67"/>
                    <a:pt x="107" y="67"/>
                  </a:cubicBezTo>
                  <a:lnTo>
                    <a:pt x="74" y="67"/>
                  </a:lnTo>
                  <a:lnTo>
                    <a:pt x="87" y="16"/>
                  </a:lnTo>
                  <a:cubicBezTo>
                    <a:pt x="87" y="14"/>
                    <a:pt x="88" y="12"/>
                    <a:pt x="88" y="11"/>
                  </a:cubicBezTo>
                  <a:cubicBezTo>
                    <a:pt x="88" y="5"/>
                    <a:pt x="83" y="0"/>
                    <a:pt x="76" y="0"/>
                  </a:cubicBezTo>
                  <a:cubicBezTo>
                    <a:pt x="67" y="0"/>
                    <a:pt x="62" y="6"/>
                    <a:pt x="60" y="15"/>
                  </a:cubicBezTo>
                  <a:cubicBezTo>
                    <a:pt x="57" y="23"/>
                    <a:pt x="62" y="7"/>
                    <a:pt x="46" y="67"/>
                  </a:cubicBezTo>
                  <a:lnTo>
                    <a:pt x="11" y="67"/>
                  </a:lnTo>
                  <a:cubicBezTo>
                    <a:pt x="4" y="67"/>
                    <a:pt x="0" y="67"/>
                    <a:pt x="0" y="75"/>
                  </a:cubicBezTo>
                  <a:cubicBezTo>
                    <a:pt x="0" y="80"/>
                    <a:pt x="4" y="80"/>
                    <a:pt x="10" y="80"/>
                  </a:cubicBezTo>
                  <a:lnTo>
                    <a:pt x="43" y="80"/>
                  </a:lnTo>
                  <a:lnTo>
                    <a:pt x="23" y="162"/>
                  </a:lnTo>
                  <a:cubicBezTo>
                    <a:pt x="21" y="171"/>
                    <a:pt x="17" y="183"/>
                    <a:pt x="17" y="188"/>
                  </a:cubicBezTo>
                  <a:cubicBezTo>
                    <a:pt x="17" y="209"/>
                    <a:pt x="35" y="221"/>
                    <a:pt x="55" y="221"/>
                  </a:cubicBezTo>
                  <a:cubicBezTo>
                    <a:pt x="93" y="221"/>
                    <a:pt x="115" y="172"/>
                    <a:pt x="115" y="168"/>
                  </a:cubicBezTo>
                  <a:cubicBezTo>
                    <a:pt x="115" y="163"/>
                    <a:pt x="111" y="163"/>
                    <a:pt x="110" y="163"/>
                  </a:cubicBezTo>
                  <a:cubicBezTo>
                    <a:pt x="106" y="163"/>
                    <a:pt x="105" y="164"/>
                    <a:pt x="103" y="170"/>
                  </a:cubicBezTo>
                  <a:cubicBezTo>
                    <a:pt x="93" y="192"/>
                    <a:pt x="75" y="211"/>
                    <a:pt x="56" y="211"/>
                  </a:cubicBezTo>
                  <a:cubicBezTo>
                    <a:pt x="49" y="211"/>
                    <a:pt x="44" y="207"/>
                    <a:pt x="44" y="194"/>
                  </a:cubicBezTo>
                  <a:cubicBezTo>
                    <a:pt x="44" y="191"/>
                    <a:pt x="45" y="183"/>
                    <a:pt x="46" y="180"/>
                  </a:cubicBezTo>
                  <a:lnTo>
                    <a:pt x="71" y="8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2980C6E8-6463-488D-E3DD-F15B3EE77C15}"/>
                </a:ext>
              </a:extLst>
            </p:cNvPr>
            <p:cNvSpPr>
              <a:spLocks noEditPoints="1"/>
            </p:cNvSpPr>
            <p:nvPr>
              <p:custDataLst>
                <p:tags r:id="rId62"/>
              </p:custDataLst>
            </p:nvPr>
          </p:nvSpPr>
          <p:spPr bwMode="auto">
            <a:xfrm>
              <a:off x="8507413" y="6526213"/>
              <a:ext cx="236538" cy="77788"/>
            </a:xfrm>
            <a:custGeom>
              <a:avLst/>
              <a:gdLst>
                <a:gd name="T0" fmla="*/ 314 w 331"/>
                <a:gd name="T1" fmla="*/ 20 h 117"/>
                <a:gd name="T2" fmla="*/ 331 w 331"/>
                <a:gd name="T3" fmla="*/ 10 h 117"/>
                <a:gd name="T4" fmla="*/ 315 w 331"/>
                <a:gd name="T5" fmla="*/ 0 h 117"/>
                <a:gd name="T6" fmla="*/ 16 w 331"/>
                <a:gd name="T7" fmla="*/ 0 h 117"/>
                <a:gd name="T8" fmla="*/ 0 w 331"/>
                <a:gd name="T9" fmla="*/ 10 h 117"/>
                <a:gd name="T10" fmla="*/ 17 w 331"/>
                <a:gd name="T11" fmla="*/ 20 h 117"/>
                <a:gd name="T12" fmla="*/ 314 w 331"/>
                <a:gd name="T13" fmla="*/ 20 h 117"/>
                <a:gd name="T14" fmla="*/ 315 w 331"/>
                <a:gd name="T15" fmla="*/ 117 h 117"/>
                <a:gd name="T16" fmla="*/ 331 w 331"/>
                <a:gd name="T17" fmla="*/ 107 h 117"/>
                <a:gd name="T18" fmla="*/ 314 w 331"/>
                <a:gd name="T19" fmla="*/ 97 h 117"/>
                <a:gd name="T20" fmla="*/ 17 w 331"/>
                <a:gd name="T21" fmla="*/ 97 h 117"/>
                <a:gd name="T22" fmla="*/ 0 w 331"/>
                <a:gd name="T23" fmla="*/ 107 h 117"/>
                <a:gd name="T24" fmla="*/ 16 w 331"/>
                <a:gd name="T25" fmla="*/ 117 h 117"/>
                <a:gd name="T26" fmla="*/ 315 w 331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7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7"/>
                  </a:moveTo>
                  <a:cubicBezTo>
                    <a:pt x="322" y="117"/>
                    <a:pt x="331" y="117"/>
                    <a:pt x="331" y="107"/>
                  </a:cubicBezTo>
                  <a:cubicBezTo>
                    <a:pt x="331" y="97"/>
                    <a:pt x="322" y="97"/>
                    <a:pt x="314" y="97"/>
                  </a:cubicBezTo>
                  <a:lnTo>
                    <a:pt x="17" y="97"/>
                  </a:lnTo>
                  <a:cubicBezTo>
                    <a:pt x="9" y="97"/>
                    <a:pt x="0" y="97"/>
                    <a:pt x="0" y="107"/>
                  </a:cubicBezTo>
                  <a:cubicBezTo>
                    <a:pt x="0" y="117"/>
                    <a:pt x="9" y="117"/>
                    <a:pt x="16" y="117"/>
                  </a:cubicBezTo>
                  <a:lnTo>
                    <a:pt x="315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8" name="Freeform 24 1">
              <a:extLst>
                <a:ext uri="{FF2B5EF4-FFF2-40B4-BE49-F238E27FC236}">
                  <a16:creationId xmlns:a16="http://schemas.microsoft.com/office/drawing/2014/main" id="{CDDE9A9A-AAE0-2897-A61C-F0E7E020F967}"/>
                </a:ext>
              </a:extLst>
            </p:cNvPr>
            <p:cNvSpPr>
              <a:spLocks/>
            </p:cNvSpPr>
            <p:nvPr>
              <p:custDataLst>
                <p:tags r:id="rId63"/>
              </p:custDataLst>
            </p:nvPr>
          </p:nvSpPr>
          <p:spPr bwMode="auto">
            <a:xfrm>
              <a:off x="8872538" y="6502400"/>
              <a:ext cx="146050" cy="149225"/>
            </a:xfrm>
            <a:custGeom>
              <a:avLst/>
              <a:gdLst>
                <a:gd name="T0" fmla="*/ 30 w 203"/>
                <a:gd name="T1" fmla="*/ 190 h 225"/>
                <a:gd name="T2" fmla="*/ 25 w 203"/>
                <a:gd name="T3" fmla="*/ 212 h 225"/>
                <a:gd name="T4" fmla="*/ 40 w 203"/>
                <a:gd name="T5" fmla="*/ 225 h 225"/>
                <a:gd name="T6" fmla="*/ 58 w 203"/>
                <a:gd name="T7" fmla="*/ 211 h 225"/>
                <a:gd name="T8" fmla="*/ 78 w 203"/>
                <a:gd name="T9" fmla="*/ 133 h 225"/>
                <a:gd name="T10" fmla="*/ 94 w 203"/>
                <a:gd name="T11" fmla="*/ 68 h 225"/>
                <a:gd name="T12" fmla="*/ 122 w 203"/>
                <a:gd name="T13" fmla="*/ 27 h 225"/>
                <a:gd name="T14" fmla="*/ 162 w 203"/>
                <a:gd name="T15" fmla="*/ 11 h 225"/>
                <a:gd name="T16" fmla="*/ 183 w 203"/>
                <a:gd name="T17" fmla="*/ 17 h 225"/>
                <a:gd name="T18" fmla="*/ 157 w 203"/>
                <a:gd name="T19" fmla="*/ 44 h 225"/>
                <a:gd name="T20" fmla="*/ 176 w 203"/>
                <a:gd name="T21" fmla="*/ 61 h 225"/>
                <a:gd name="T22" fmla="*/ 203 w 203"/>
                <a:gd name="T23" fmla="*/ 32 h 225"/>
                <a:gd name="T24" fmla="*/ 162 w 203"/>
                <a:gd name="T25" fmla="*/ 0 h 225"/>
                <a:gd name="T26" fmla="*/ 98 w 203"/>
                <a:gd name="T27" fmla="*/ 38 h 225"/>
                <a:gd name="T28" fmla="*/ 53 w 203"/>
                <a:gd name="T29" fmla="*/ 0 h 225"/>
                <a:gd name="T30" fmla="*/ 16 w 203"/>
                <a:gd name="T31" fmla="*/ 28 h 225"/>
                <a:gd name="T32" fmla="*/ 0 w 203"/>
                <a:gd name="T33" fmla="*/ 76 h 225"/>
                <a:gd name="T34" fmla="*/ 6 w 203"/>
                <a:gd name="T35" fmla="*/ 81 h 225"/>
                <a:gd name="T36" fmla="*/ 15 w 203"/>
                <a:gd name="T37" fmla="*/ 70 h 225"/>
                <a:gd name="T38" fmla="*/ 51 w 203"/>
                <a:gd name="T39" fmla="*/ 11 h 225"/>
                <a:gd name="T40" fmla="*/ 67 w 203"/>
                <a:gd name="T41" fmla="*/ 33 h 225"/>
                <a:gd name="T42" fmla="*/ 59 w 203"/>
                <a:gd name="T43" fmla="*/ 75 h 225"/>
                <a:gd name="T44" fmla="*/ 30 w 203"/>
                <a:gd name="T45" fmla="*/ 19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5">
                  <a:moveTo>
                    <a:pt x="30" y="190"/>
                  </a:moveTo>
                  <a:cubicBezTo>
                    <a:pt x="28" y="198"/>
                    <a:pt x="25" y="209"/>
                    <a:pt x="25" y="212"/>
                  </a:cubicBezTo>
                  <a:cubicBezTo>
                    <a:pt x="25" y="221"/>
                    <a:pt x="32" y="225"/>
                    <a:pt x="40" y="225"/>
                  </a:cubicBezTo>
                  <a:cubicBezTo>
                    <a:pt x="46" y="225"/>
                    <a:pt x="55" y="221"/>
                    <a:pt x="58" y="211"/>
                  </a:cubicBezTo>
                  <a:cubicBezTo>
                    <a:pt x="59" y="209"/>
                    <a:pt x="76" y="142"/>
                    <a:pt x="78" y="133"/>
                  </a:cubicBezTo>
                  <a:cubicBezTo>
                    <a:pt x="82" y="116"/>
                    <a:pt x="91" y="81"/>
                    <a:pt x="94" y="68"/>
                  </a:cubicBezTo>
                  <a:cubicBezTo>
                    <a:pt x="96" y="61"/>
                    <a:pt x="110" y="38"/>
                    <a:pt x="122" y="27"/>
                  </a:cubicBezTo>
                  <a:cubicBezTo>
                    <a:pt x="126" y="24"/>
                    <a:pt x="140" y="11"/>
                    <a:pt x="162" y="11"/>
                  </a:cubicBezTo>
                  <a:cubicBezTo>
                    <a:pt x="175" y="11"/>
                    <a:pt x="182" y="17"/>
                    <a:pt x="183" y="17"/>
                  </a:cubicBezTo>
                  <a:cubicBezTo>
                    <a:pt x="168" y="19"/>
                    <a:pt x="157" y="31"/>
                    <a:pt x="157" y="44"/>
                  </a:cubicBezTo>
                  <a:cubicBezTo>
                    <a:pt x="157" y="52"/>
                    <a:pt x="162" y="61"/>
                    <a:pt x="176" y="61"/>
                  </a:cubicBezTo>
                  <a:cubicBezTo>
                    <a:pt x="189" y="61"/>
                    <a:pt x="203" y="50"/>
                    <a:pt x="203" y="32"/>
                  </a:cubicBezTo>
                  <a:cubicBezTo>
                    <a:pt x="203" y="15"/>
                    <a:pt x="187" y="0"/>
                    <a:pt x="162" y="0"/>
                  </a:cubicBezTo>
                  <a:cubicBezTo>
                    <a:pt x="129" y="0"/>
                    <a:pt x="107" y="24"/>
                    <a:pt x="98" y="38"/>
                  </a:cubicBezTo>
                  <a:cubicBezTo>
                    <a:pt x="94" y="16"/>
                    <a:pt x="76" y="0"/>
                    <a:pt x="53" y="0"/>
                  </a:cubicBezTo>
                  <a:cubicBezTo>
                    <a:pt x="30" y="0"/>
                    <a:pt x="20" y="19"/>
                    <a:pt x="16" y="28"/>
                  </a:cubicBezTo>
                  <a:cubicBezTo>
                    <a:pt x="7" y="45"/>
                    <a:pt x="0" y="75"/>
                    <a:pt x="0" y="76"/>
                  </a:cubicBezTo>
                  <a:cubicBezTo>
                    <a:pt x="0" y="81"/>
                    <a:pt x="5" y="81"/>
                    <a:pt x="6" y="81"/>
                  </a:cubicBezTo>
                  <a:cubicBezTo>
                    <a:pt x="11" y="81"/>
                    <a:pt x="12" y="81"/>
                    <a:pt x="15" y="70"/>
                  </a:cubicBezTo>
                  <a:cubicBezTo>
                    <a:pt x="23" y="34"/>
                    <a:pt x="33" y="11"/>
                    <a:pt x="51" y="11"/>
                  </a:cubicBezTo>
                  <a:cubicBezTo>
                    <a:pt x="60" y="11"/>
                    <a:pt x="67" y="15"/>
                    <a:pt x="67" y="33"/>
                  </a:cubicBezTo>
                  <a:cubicBezTo>
                    <a:pt x="67" y="44"/>
                    <a:pt x="65" y="49"/>
                    <a:pt x="59" y="75"/>
                  </a:cubicBezTo>
                  <a:lnTo>
                    <a:pt x="30" y="19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9" name="Freeform 25 1">
              <a:extLst>
                <a:ext uri="{FF2B5EF4-FFF2-40B4-BE49-F238E27FC236}">
                  <a16:creationId xmlns:a16="http://schemas.microsoft.com/office/drawing/2014/main" id="{B84F47FC-2D11-446B-C126-5B09B757E49E}"/>
                </a:ext>
              </a:extLst>
            </p:cNvPr>
            <p:cNvSpPr>
              <a:spLocks/>
            </p:cNvSpPr>
            <p:nvPr>
              <p:custDataLst>
                <p:tags r:id="rId64"/>
              </p:custDataLst>
            </p:nvPr>
          </p:nvSpPr>
          <p:spPr bwMode="auto">
            <a:xfrm>
              <a:off x="9047163" y="6421438"/>
              <a:ext cx="300038" cy="227013"/>
            </a:xfrm>
            <a:custGeom>
              <a:avLst/>
              <a:gdLst>
                <a:gd name="T0" fmla="*/ 358 w 420"/>
                <a:gd name="T1" fmla="*/ 52 h 340"/>
                <a:gd name="T2" fmla="*/ 412 w 420"/>
                <a:gd name="T3" fmla="*/ 15 h 340"/>
                <a:gd name="T4" fmla="*/ 420 w 420"/>
                <a:gd name="T5" fmla="*/ 5 h 340"/>
                <a:gd name="T6" fmla="*/ 414 w 420"/>
                <a:gd name="T7" fmla="*/ 0 h 340"/>
                <a:gd name="T8" fmla="*/ 363 w 420"/>
                <a:gd name="T9" fmla="*/ 1 h 340"/>
                <a:gd name="T10" fmla="*/ 312 w 420"/>
                <a:gd name="T11" fmla="*/ 0 h 340"/>
                <a:gd name="T12" fmla="*/ 303 w 420"/>
                <a:gd name="T13" fmla="*/ 9 h 340"/>
                <a:gd name="T14" fmla="*/ 312 w 420"/>
                <a:gd name="T15" fmla="*/ 15 h 340"/>
                <a:gd name="T16" fmla="*/ 346 w 420"/>
                <a:gd name="T17" fmla="*/ 37 h 340"/>
                <a:gd name="T18" fmla="*/ 345 w 420"/>
                <a:gd name="T19" fmla="*/ 47 h 340"/>
                <a:gd name="T20" fmla="*/ 289 w 420"/>
                <a:gd name="T21" fmla="*/ 269 h 340"/>
                <a:gd name="T22" fmla="*/ 179 w 420"/>
                <a:gd name="T23" fmla="*/ 9 h 340"/>
                <a:gd name="T24" fmla="*/ 163 w 420"/>
                <a:gd name="T25" fmla="*/ 0 h 340"/>
                <a:gd name="T26" fmla="*/ 96 w 420"/>
                <a:gd name="T27" fmla="*/ 0 h 340"/>
                <a:gd name="T28" fmla="*/ 82 w 420"/>
                <a:gd name="T29" fmla="*/ 9 h 340"/>
                <a:gd name="T30" fmla="*/ 96 w 420"/>
                <a:gd name="T31" fmla="*/ 15 h 340"/>
                <a:gd name="T32" fmla="*/ 130 w 420"/>
                <a:gd name="T33" fmla="*/ 19 h 340"/>
                <a:gd name="T34" fmla="*/ 63 w 420"/>
                <a:gd name="T35" fmla="*/ 287 h 340"/>
                <a:gd name="T36" fmla="*/ 9 w 420"/>
                <a:gd name="T37" fmla="*/ 324 h 340"/>
                <a:gd name="T38" fmla="*/ 0 w 420"/>
                <a:gd name="T39" fmla="*/ 334 h 340"/>
                <a:gd name="T40" fmla="*/ 7 w 420"/>
                <a:gd name="T41" fmla="*/ 340 h 340"/>
                <a:gd name="T42" fmla="*/ 57 w 420"/>
                <a:gd name="T43" fmla="*/ 338 h 340"/>
                <a:gd name="T44" fmla="*/ 108 w 420"/>
                <a:gd name="T45" fmla="*/ 340 h 340"/>
                <a:gd name="T46" fmla="*/ 117 w 420"/>
                <a:gd name="T47" fmla="*/ 330 h 340"/>
                <a:gd name="T48" fmla="*/ 107 w 420"/>
                <a:gd name="T49" fmla="*/ 324 h 340"/>
                <a:gd name="T50" fmla="*/ 74 w 420"/>
                <a:gd name="T51" fmla="*/ 302 h 340"/>
                <a:gd name="T52" fmla="*/ 76 w 420"/>
                <a:gd name="T53" fmla="*/ 291 h 340"/>
                <a:gd name="T54" fmla="*/ 142 w 420"/>
                <a:gd name="T55" fmla="*/ 28 h 340"/>
                <a:gd name="T56" fmla="*/ 146 w 420"/>
                <a:gd name="T57" fmla="*/ 37 h 340"/>
                <a:gd name="T58" fmla="*/ 271 w 420"/>
                <a:gd name="T59" fmla="*/ 330 h 340"/>
                <a:gd name="T60" fmla="*/ 280 w 420"/>
                <a:gd name="T61" fmla="*/ 340 h 340"/>
                <a:gd name="T62" fmla="*/ 288 w 420"/>
                <a:gd name="T63" fmla="*/ 329 h 340"/>
                <a:gd name="T64" fmla="*/ 358 w 420"/>
                <a:gd name="T65" fmla="*/ 52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0" h="340">
                  <a:moveTo>
                    <a:pt x="358" y="52"/>
                  </a:moveTo>
                  <a:cubicBezTo>
                    <a:pt x="363" y="32"/>
                    <a:pt x="372" y="16"/>
                    <a:pt x="412" y="15"/>
                  </a:cubicBezTo>
                  <a:cubicBezTo>
                    <a:pt x="414" y="15"/>
                    <a:pt x="420" y="14"/>
                    <a:pt x="420" y="5"/>
                  </a:cubicBezTo>
                  <a:cubicBezTo>
                    <a:pt x="420" y="5"/>
                    <a:pt x="420" y="0"/>
                    <a:pt x="414" y="0"/>
                  </a:cubicBezTo>
                  <a:cubicBezTo>
                    <a:pt x="397" y="0"/>
                    <a:pt x="380" y="1"/>
                    <a:pt x="363" y="1"/>
                  </a:cubicBezTo>
                  <a:cubicBezTo>
                    <a:pt x="346" y="1"/>
                    <a:pt x="329" y="0"/>
                    <a:pt x="312" y="0"/>
                  </a:cubicBezTo>
                  <a:cubicBezTo>
                    <a:pt x="309" y="0"/>
                    <a:pt x="303" y="0"/>
                    <a:pt x="303" y="9"/>
                  </a:cubicBezTo>
                  <a:cubicBezTo>
                    <a:pt x="303" y="15"/>
                    <a:pt x="308" y="15"/>
                    <a:pt x="312" y="15"/>
                  </a:cubicBezTo>
                  <a:cubicBezTo>
                    <a:pt x="341" y="15"/>
                    <a:pt x="346" y="26"/>
                    <a:pt x="346" y="37"/>
                  </a:cubicBezTo>
                  <a:cubicBezTo>
                    <a:pt x="346" y="38"/>
                    <a:pt x="345" y="46"/>
                    <a:pt x="345" y="47"/>
                  </a:cubicBezTo>
                  <a:lnTo>
                    <a:pt x="289" y="269"/>
                  </a:lnTo>
                  <a:lnTo>
                    <a:pt x="179" y="9"/>
                  </a:lnTo>
                  <a:cubicBezTo>
                    <a:pt x="175" y="0"/>
                    <a:pt x="174" y="0"/>
                    <a:pt x="163" y="0"/>
                  </a:cubicBezTo>
                  <a:lnTo>
                    <a:pt x="96" y="0"/>
                  </a:lnTo>
                  <a:cubicBezTo>
                    <a:pt x="86" y="0"/>
                    <a:pt x="82" y="0"/>
                    <a:pt x="82" y="9"/>
                  </a:cubicBezTo>
                  <a:cubicBezTo>
                    <a:pt x="82" y="15"/>
                    <a:pt x="86" y="15"/>
                    <a:pt x="96" y="15"/>
                  </a:cubicBezTo>
                  <a:cubicBezTo>
                    <a:pt x="98" y="15"/>
                    <a:pt x="130" y="15"/>
                    <a:pt x="130" y="19"/>
                  </a:cubicBezTo>
                  <a:lnTo>
                    <a:pt x="63" y="287"/>
                  </a:lnTo>
                  <a:cubicBezTo>
                    <a:pt x="58" y="307"/>
                    <a:pt x="49" y="323"/>
                    <a:pt x="9" y="324"/>
                  </a:cubicBezTo>
                  <a:cubicBezTo>
                    <a:pt x="6" y="324"/>
                    <a:pt x="0" y="325"/>
                    <a:pt x="0" y="334"/>
                  </a:cubicBezTo>
                  <a:cubicBezTo>
                    <a:pt x="0" y="338"/>
                    <a:pt x="3" y="340"/>
                    <a:pt x="7" y="340"/>
                  </a:cubicBezTo>
                  <a:cubicBezTo>
                    <a:pt x="23" y="340"/>
                    <a:pt x="40" y="338"/>
                    <a:pt x="57" y="338"/>
                  </a:cubicBezTo>
                  <a:cubicBezTo>
                    <a:pt x="74" y="338"/>
                    <a:pt x="92" y="340"/>
                    <a:pt x="108" y="340"/>
                  </a:cubicBezTo>
                  <a:cubicBezTo>
                    <a:pt x="111" y="340"/>
                    <a:pt x="117" y="340"/>
                    <a:pt x="117" y="330"/>
                  </a:cubicBezTo>
                  <a:cubicBezTo>
                    <a:pt x="117" y="325"/>
                    <a:pt x="113" y="324"/>
                    <a:pt x="107" y="324"/>
                  </a:cubicBezTo>
                  <a:cubicBezTo>
                    <a:pt x="78" y="323"/>
                    <a:pt x="74" y="312"/>
                    <a:pt x="74" y="302"/>
                  </a:cubicBezTo>
                  <a:cubicBezTo>
                    <a:pt x="74" y="299"/>
                    <a:pt x="75" y="296"/>
                    <a:pt x="76" y="291"/>
                  </a:cubicBezTo>
                  <a:lnTo>
                    <a:pt x="142" y="28"/>
                  </a:lnTo>
                  <a:cubicBezTo>
                    <a:pt x="144" y="31"/>
                    <a:pt x="144" y="32"/>
                    <a:pt x="146" y="37"/>
                  </a:cubicBezTo>
                  <a:lnTo>
                    <a:pt x="271" y="330"/>
                  </a:lnTo>
                  <a:cubicBezTo>
                    <a:pt x="274" y="339"/>
                    <a:pt x="276" y="340"/>
                    <a:pt x="280" y="340"/>
                  </a:cubicBezTo>
                  <a:cubicBezTo>
                    <a:pt x="286" y="340"/>
                    <a:pt x="286" y="338"/>
                    <a:pt x="288" y="329"/>
                  </a:cubicBezTo>
                  <a:lnTo>
                    <a:pt x="358" y="5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0" name="Freeform 26 1">
              <a:extLst>
                <a:ext uri="{FF2B5EF4-FFF2-40B4-BE49-F238E27FC236}">
                  <a16:creationId xmlns:a16="http://schemas.microsoft.com/office/drawing/2014/main" id="{A2A72582-736F-06C0-1C0E-45C3CCBC4EFD}"/>
                </a:ext>
              </a:extLst>
            </p:cNvPr>
            <p:cNvSpPr>
              <a:spLocks/>
            </p:cNvSpPr>
            <p:nvPr>
              <p:custDataLst>
                <p:tags r:id="rId65"/>
              </p:custDataLst>
            </p:nvPr>
          </p:nvSpPr>
          <p:spPr bwMode="auto">
            <a:xfrm>
              <a:off x="9472613" y="6365875"/>
              <a:ext cx="93663" cy="398463"/>
            </a:xfrm>
            <a:custGeom>
              <a:avLst/>
              <a:gdLst>
                <a:gd name="T0" fmla="*/ 130 w 130"/>
                <a:gd name="T1" fmla="*/ 593 h 598"/>
                <a:gd name="T2" fmla="*/ 128 w 130"/>
                <a:gd name="T3" fmla="*/ 588 h 598"/>
                <a:gd name="T4" fmla="*/ 50 w 130"/>
                <a:gd name="T5" fmla="*/ 442 h 598"/>
                <a:gd name="T6" fmla="*/ 34 w 130"/>
                <a:gd name="T7" fmla="*/ 299 h 598"/>
                <a:gd name="T8" fmla="*/ 125 w 130"/>
                <a:gd name="T9" fmla="*/ 12 h 598"/>
                <a:gd name="T10" fmla="*/ 130 w 130"/>
                <a:gd name="T11" fmla="*/ 5 h 598"/>
                <a:gd name="T12" fmla="*/ 124 w 130"/>
                <a:gd name="T13" fmla="*/ 0 h 598"/>
                <a:gd name="T14" fmla="*/ 83 w 130"/>
                <a:gd name="T15" fmla="*/ 38 h 598"/>
                <a:gd name="T16" fmla="*/ 0 w 130"/>
                <a:gd name="T17" fmla="*/ 299 h 598"/>
                <a:gd name="T18" fmla="*/ 78 w 130"/>
                <a:gd name="T19" fmla="*/ 554 h 598"/>
                <a:gd name="T20" fmla="*/ 124 w 130"/>
                <a:gd name="T21" fmla="*/ 598 h 598"/>
                <a:gd name="T22" fmla="*/ 130 w 130"/>
                <a:gd name="T23" fmla="*/ 593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" h="598">
                  <a:moveTo>
                    <a:pt x="130" y="593"/>
                  </a:moveTo>
                  <a:cubicBezTo>
                    <a:pt x="130" y="591"/>
                    <a:pt x="129" y="590"/>
                    <a:pt x="128" y="588"/>
                  </a:cubicBezTo>
                  <a:cubicBezTo>
                    <a:pt x="105" y="564"/>
                    <a:pt x="71" y="523"/>
                    <a:pt x="50" y="442"/>
                  </a:cubicBezTo>
                  <a:cubicBezTo>
                    <a:pt x="39" y="397"/>
                    <a:pt x="34" y="346"/>
                    <a:pt x="34" y="299"/>
                  </a:cubicBezTo>
                  <a:cubicBezTo>
                    <a:pt x="34" y="168"/>
                    <a:pt x="66" y="77"/>
                    <a:pt x="125" y="12"/>
                  </a:cubicBezTo>
                  <a:cubicBezTo>
                    <a:pt x="130" y="7"/>
                    <a:pt x="130" y="6"/>
                    <a:pt x="130" y="5"/>
                  </a:cubicBezTo>
                  <a:cubicBezTo>
                    <a:pt x="130" y="0"/>
                    <a:pt x="126" y="0"/>
                    <a:pt x="124" y="0"/>
                  </a:cubicBezTo>
                  <a:cubicBezTo>
                    <a:pt x="116" y="0"/>
                    <a:pt x="90" y="30"/>
                    <a:pt x="83" y="38"/>
                  </a:cubicBezTo>
                  <a:cubicBezTo>
                    <a:pt x="32" y="98"/>
                    <a:pt x="0" y="188"/>
                    <a:pt x="0" y="299"/>
                  </a:cubicBezTo>
                  <a:cubicBezTo>
                    <a:pt x="0" y="369"/>
                    <a:pt x="12" y="470"/>
                    <a:pt x="78" y="554"/>
                  </a:cubicBezTo>
                  <a:cubicBezTo>
                    <a:pt x="83" y="560"/>
                    <a:pt x="115" y="598"/>
                    <a:pt x="124" y="598"/>
                  </a:cubicBezTo>
                  <a:cubicBezTo>
                    <a:pt x="126" y="598"/>
                    <a:pt x="130" y="598"/>
                    <a:pt x="130" y="5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1" name="Freeform 27 1">
              <a:extLst>
                <a:ext uri="{FF2B5EF4-FFF2-40B4-BE49-F238E27FC236}">
                  <a16:creationId xmlns:a16="http://schemas.microsoft.com/office/drawing/2014/main" id="{8ADB448E-4401-B615-CF58-F5F0ABCCBCFF}"/>
                </a:ext>
              </a:extLst>
            </p:cNvPr>
            <p:cNvSpPr>
              <a:spLocks/>
            </p:cNvSpPr>
            <p:nvPr>
              <p:custDataLst>
                <p:tags r:id="rId66"/>
              </p:custDataLst>
            </p:nvPr>
          </p:nvSpPr>
          <p:spPr bwMode="auto">
            <a:xfrm>
              <a:off x="9613900" y="6427788"/>
              <a:ext cx="117475" cy="220663"/>
            </a:xfrm>
            <a:custGeom>
              <a:avLst/>
              <a:gdLst>
                <a:gd name="T0" fmla="*/ 102 w 164"/>
                <a:gd name="T1" fmla="*/ 13 h 332"/>
                <a:gd name="T2" fmla="*/ 90 w 164"/>
                <a:gd name="T3" fmla="*/ 0 h 332"/>
                <a:gd name="T4" fmla="*/ 0 w 164"/>
                <a:gd name="T5" fmla="*/ 32 h 332"/>
                <a:gd name="T6" fmla="*/ 0 w 164"/>
                <a:gd name="T7" fmla="*/ 47 h 332"/>
                <a:gd name="T8" fmla="*/ 65 w 164"/>
                <a:gd name="T9" fmla="*/ 34 h 332"/>
                <a:gd name="T10" fmla="*/ 65 w 164"/>
                <a:gd name="T11" fmla="*/ 292 h 332"/>
                <a:gd name="T12" fmla="*/ 19 w 164"/>
                <a:gd name="T13" fmla="*/ 316 h 332"/>
                <a:gd name="T14" fmla="*/ 3 w 164"/>
                <a:gd name="T15" fmla="*/ 316 h 332"/>
                <a:gd name="T16" fmla="*/ 3 w 164"/>
                <a:gd name="T17" fmla="*/ 332 h 332"/>
                <a:gd name="T18" fmla="*/ 83 w 164"/>
                <a:gd name="T19" fmla="*/ 330 h 332"/>
                <a:gd name="T20" fmla="*/ 164 w 164"/>
                <a:gd name="T21" fmla="*/ 332 h 332"/>
                <a:gd name="T22" fmla="*/ 164 w 164"/>
                <a:gd name="T23" fmla="*/ 316 h 332"/>
                <a:gd name="T24" fmla="*/ 148 w 164"/>
                <a:gd name="T25" fmla="*/ 316 h 332"/>
                <a:gd name="T26" fmla="*/ 102 w 164"/>
                <a:gd name="T27" fmla="*/ 292 h 332"/>
                <a:gd name="T28" fmla="*/ 102 w 164"/>
                <a:gd name="T29" fmla="*/ 1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" h="332">
                  <a:moveTo>
                    <a:pt x="102" y="13"/>
                  </a:moveTo>
                  <a:cubicBezTo>
                    <a:pt x="102" y="1"/>
                    <a:pt x="102" y="0"/>
                    <a:pt x="90" y="0"/>
                  </a:cubicBezTo>
                  <a:cubicBezTo>
                    <a:pt x="59" y="32"/>
                    <a:pt x="16" y="32"/>
                    <a:pt x="0" y="32"/>
                  </a:cubicBezTo>
                  <a:lnTo>
                    <a:pt x="0" y="47"/>
                  </a:lnTo>
                  <a:cubicBezTo>
                    <a:pt x="10" y="47"/>
                    <a:pt x="39" y="47"/>
                    <a:pt x="65" y="34"/>
                  </a:cubicBezTo>
                  <a:lnTo>
                    <a:pt x="65" y="292"/>
                  </a:lnTo>
                  <a:cubicBezTo>
                    <a:pt x="65" y="310"/>
                    <a:pt x="63" y="316"/>
                    <a:pt x="19" y="316"/>
                  </a:cubicBezTo>
                  <a:lnTo>
                    <a:pt x="3" y="316"/>
                  </a:lnTo>
                  <a:lnTo>
                    <a:pt x="3" y="332"/>
                  </a:lnTo>
                  <a:cubicBezTo>
                    <a:pt x="20" y="330"/>
                    <a:pt x="63" y="330"/>
                    <a:pt x="83" y="330"/>
                  </a:cubicBezTo>
                  <a:cubicBezTo>
                    <a:pt x="103" y="330"/>
                    <a:pt x="147" y="330"/>
                    <a:pt x="164" y="332"/>
                  </a:cubicBezTo>
                  <a:lnTo>
                    <a:pt x="164" y="316"/>
                  </a:lnTo>
                  <a:lnTo>
                    <a:pt x="148" y="316"/>
                  </a:lnTo>
                  <a:cubicBezTo>
                    <a:pt x="103" y="316"/>
                    <a:pt x="102" y="311"/>
                    <a:pt x="102" y="292"/>
                  </a:cubicBezTo>
                  <a:lnTo>
                    <a:pt x="102" y="1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2" name="Freeform 28 1">
              <a:extLst>
                <a:ext uri="{FF2B5EF4-FFF2-40B4-BE49-F238E27FC236}">
                  <a16:creationId xmlns:a16="http://schemas.microsoft.com/office/drawing/2014/main" id="{4AC28515-D735-EBE6-D8E9-BCE4BDD53572}"/>
                </a:ext>
              </a:extLst>
            </p:cNvPr>
            <p:cNvSpPr>
              <a:spLocks/>
            </p:cNvSpPr>
            <p:nvPr>
              <p:custDataLst>
                <p:tags r:id="rId67"/>
              </p:custDataLst>
            </p:nvPr>
          </p:nvSpPr>
          <p:spPr bwMode="auto">
            <a:xfrm>
              <a:off x="9869488" y="6557963"/>
              <a:ext cx="217488" cy="14288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3" name="Freeform 29 1">
              <a:extLst>
                <a:ext uri="{FF2B5EF4-FFF2-40B4-BE49-F238E27FC236}">
                  <a16:creationId xmlns:a16="http://schemas.microsoft.com/office/drawing/2014/main" id="{ED8E2C86-FB05-E76D-41A5-F9CCD4C24B8D}"/>
                </a:ext>
              </a:extLst>
            </p:cNvPr>
            <p:cNvSpPr>
              <a:spLocks/>
            </p:cNvSpPr>
            <p:nvPr>
              <p:custDataLst>
                <p:tags r:id="rId68"/>
              </p:custDataLst>
            </p:nvPr>
          </p:nvSpPr>
          <p:spPr bwMode="auto">
            <a:xfrm>
              <a:off x="10255250" y="6359525"/>
              <a:ext cx="222250" cy="158750"/>
            </a:xfrm>
            <a:custGeom>
              <a:avLst/>
              <a:gdLst>
                <a:gd name="T0" fmla="*/ 267 w 311"/>
                <a:gd name="T1" fmla="*/ 38 h 239"/>
                <a:gd name="T2" fmla="*/ 304 w 311"/>
                <a:gd name="T3" fmla="*/ 13 h 239"/>
                <a:gd name="T4" fmla="*/ 311 w 311"/>
                <a:gd name="T5" fmla="*/ 5 h 239"/>
                <a:gd name="T6" fmla="*/ 306 w 311"/>
                <a:gd name="T7" fmla="*/ 0 h 239"/>
                <a:gd name="T8" fmla="*/ 270 w 311"/>
                <a:gd name="T9" fmla="*/ 2 h 239"/>
                <a:gd name="T10" fmla="*/ 233 w 311"/>
                <a:gd name="T11" fmla="*/ 0 h 239"/>
                <a:gd name="T12" fmla="*/ 226 w 311"/>
                <a:gd name="T13" fmla="*/ 8 h 239"/>
                <a:gd name="T14" fmla="*/ 233 w 311"/>
                <a:gd name="T15" fmla="*/ 13 h 239"/>
                <a:gd name="T16" fmla="*/ 256 w 311"/>
                <a:gd name="T17" fmla="*/ 27 h 239"/>
                <a:gd name="T18" fmla="*/ 254 w 311"/>
                <a:gd name="T19" fmla="*/ 36 h 239"/>
                <a:gd name="T20" fmla="*/ 216 w 311"/>
                <a:gd name="T21" fmla="*/ 188 h 239"/>
                <a:gd name="T22" fmla="*/ 128 w 311"/>
                <a:gd name="T23" fmla="*/ 6 h 239"/>
                <a:gd name="T24" fmla="*/ 116 w 311"/>
                <a:gd name="T25" fmla="*/ 0 h 239"/>
                <a:gd name="T26" fmla="*/ 68 w 311"/>
                <a:gd name="T27" fmla="*/ 0 h 239"/>
                <a:gd name="T28" fmla="*/ 57 w 311"/>
                <a:gd name="T29" fmla="*/ 8 h 239"/>
                <a:gd name="T30" fmla="*/ 68 w 311"/>
                <a:gd name="T31" fmla="*/ 13 h 239"/>
                <a:gd name="T32" fmla="*/ 91 w 311"/>
                <a:gd name="T33" fmla="*/ 15 h 239"/>
                <a:gd name="T34" fmla="*/ 44 w 311"/>
                <a:gd name="T35" fmla="*/ 201 h 239"/>
                <a:gd name="T36" fmla="*/ 8 w 311"/>
                <a:gd name="T37" fmla="*/ 226 h 239"/>
                <a:gd name="T38" fmla="*/ 0 w 311"/>
                <a:gd name="T39" fmla="*/ 233 h 239"/>
                <a:gd name="T40" fmla="*/ 6 w 311"/>
                <a:gd name="T41" fmla="*/ 239 h 239"/>
                <a:gd name="T42" fmla="*/ 42 w 311"/>
                <a:gd name="T43" fmla="*/ 237 h 239"/>
                <a:gd name="T44" fmla="*/ 79 w 311"/>
                <a:gd name="T45" fmla="*/ 239 h 239"/>
                <a:gd name="T46" fmla="*/ 86 w 311"/>
                <a:gd name="T47" fmla="*/ 231 h 239"/>
                <a:gd name="T48" fmla="*/ 78 w 311"/>
                <a:gd name="T49" fmla="*/ 226 h 239"/>
                <a:gd name="T50" fmla="*/ 56 w 311"/>
                <a:gd name="T51" fmla="*/ 211 h 239"/>
                <a:gd name="T52" fmla="*/ 57 w 311"/>
                <a:gd name="T53" fmla="*/ 203 h 239"/>
                <a:gd name="T54" fmla="*/ 102 w 311"/>
                <a:gd name="T55" fmla="*/ 24 h 239"/>
                <a:gd name="T56" fmla="*/ 204 w 311"/>
                <a:gd name="T57" fmla="*/ 233 h 239"/>
                <a:gd name="T58" fmla="*/ 211 w 311"/>
                <a:gd name="T59" fmla="*/ 239 h 239"/>
                <a:gd name="T60" fmla="*/ 219 w 311"/>
                <a:gd name="T61" fmla="*/ 231 h 239"/>
                <a:gd name="T62" fmla="*/ 267 w 311"/>
                <a:gd name="T63" fmla="*/ 38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1" h="239">
                  <a:moveTo>
                    <a:pt x="267" y="38"/>
                  </a:moveTo>
                  <a:cubicBezTo>
                    <a:pt x="271" y="25"/>
                    <a:pt x="276" y="14"/>
                    <a:pt x="304" y="13"/>
                  </a:cubicBezTo>
                  <a:cubicBezTo>
                    <a:pt x="306" y="13"/>
                    <a:pt x="311" y="13"/>
                    <a:pt x="311" y="5"/>
                  </a:cubicBezTo>
                  <a:cubicBezTo>
                    <a:pt x="311" y="3"/>
                    <a:pt x="309" y="0"/>
                    <a:pt x="306" y="0"/>
                  </a:cubicBezTo>
                  <a:cubicBezTo>
                    <a:pt x="294" y="0"/>
                    <a:pt x="281" y="2"/>
                    <a:pt x="270" y="2"/>
                  </a:cubicBezTo>
                  <a:cubicBezTo>
                    <a:pt x="261" y="2"/>
                    <a:pt x="241" y="0"/>
                    <a:pt x="233" y="0"/>
                  </a:cubicBezTo>
                  <a:cubicBezTo>
                    <a:pt x="231" y="0"/>
                    <a:pt x="226" y="0"/>
                    <a:pt x="226" y="8"/>
                  </a:cubicBezTo>
                  <a:cubicBezTo>
                    <a:pt x="226" y="13"/>
                    <a:pt x="230" y="13"/>
                    <a:pt x="233" y="13"/>
                  </a:cubicBezTo>
                  <a:cubicBezTo>
                    <a:pt x="250" y="13"/>
                    <a:pt x="256" y="19"/>
                    <a:pt x="256" y="27"/>
                  </a:cubicBezTo>
                  <a:cubicBezTo>
                    <a:pt x="256" y="30"/>
                    <a:pt x="255" y="32"/>
                    <a:pt x="254" y="36"/>
                  </a:cubicBezTo>
                  <a:lnTo>
                    <a:pt x="216" y="188"/>
                  </a:lnTo>
                  <a:lnTo>
                    <a:pt x="128" y="6"/>
                  </a:lnTo>
                  <a:cubicBezTo>
                    <a:pt x="125" y="0"/>
                    <a:pt x="124" y="0"/>
                    <a:pt x="116" y="0"/>
                  </a:cubicBezTo>
                  <a:lnTo>
                    <a:pt x="68" y="0"/>
                  </a:lnTo>
                  <a:cubicBezTo>
                    <a:pt x="61" y="0"/>
                    <a:pt x="57" y="0"/>
                    <a:pt x="57" y="8"/>
                  </a:cubicBezTo>
                  <a:cubicBezTo>
                    <a:pt x="57" y="13"/>
                    <a:pt x="61" y="13"/>
                    <a:pt x="68" y="13"/>
                  </a:cubicBezTo>
                  <a:cubicBezTo>
                    <a:pt x="76" y="13"/>
                    <a:pt x="83" y="13"/>
                    <a:pt x="91" y="15"/>
                  </a:cubicBezTo>
                  <a:lnTo>
                    <a:pt x="44" y="201"/>
                  </a:lnTo>
                  <a:cubicBezTo>
                    <a:pt x="41" y="215"/>
                    <a:pt x="35" y="225"/>
                    <a:pt x="8" y="226"/>
                  </a:cubicBezTo>
                  <a:cubicBezTo>
                    <a:pt x="5" y="226"/>
                    <a:pt x="0" y="226"/>
                    <a:pt x="0" y="233"/>
                  </a:cubicBezTo>
                  <a:cubicBezTo>
                    <a:pt x="0" y="237"/>
                    <a:pt x="3" y="239"/>
                    <a:pt x="6" y="239"/>
                  </a:cubicBezTo>
                  <a:cubicBezTo>
                    <a:pt x="17" y="239"/>
                    <a:pt x="30" y="237"/>
                    <a:pt x="42" y="237"/>
                  </a:cubicBezTo>
                  <a:cubicBezTo>
                    <a:pt x="50" y="237"/>
                    <a:pt x="70" y="239"/>
                    <a:pt x="79" y="239"/>
                  </a:cubicBezTo>
                  <a:cubicBezTo>
                    <a:pt x="82" y="239"/>
                    <a:pt x="86" y="237"/>
                    <a:pt x="86" y="231"/>
                  </a:cubicBezTo>
                  <a:cubicBezTo>
                    <a:pt x="86" y="226"/>
                    <a:pt x="82" y="226"/>
                    <a:pt x="78" y="226"/>
                  </a:cubicBezTo>
                  <a:cubicBezTo>
                    <a:pt x="56" y="225"/>
                    <a:pt x="56" y="216"/>
                    <a:pt x="56" y="211"/>
                  </a:cubicBezTo>
                  <a:cubicBezTo>
                    <a:pt x="56" y="210"/>
                    <a:pt x="56" y="208"/>
                    <a:pt x="57" y="203"/>
                  </a:cubicBezTo>
                  <a:lnTo>
                    <a:pt x="102" y="24"/>
                  </a:lnTo>
                  <a:lnTo>
                    <a:pt x="204" y="233"/>
                  </a:lnTo>
                  <a:cubicBezTo>
                    <a:pt x="206" y="238"/>
                    <a:pt x="208" y="239"/>
                    <a:pt x="211" y="239"/>
                  </a:cubicBezTo>
                  <a:cubicBezTo>
                    <a:pt x="217" y="239"/>
                    <a:pt x="217" y="238"/>
                    <a:pt x="219" y="231"/>
                  </a:cubicBezTo>
                  <a:lnTo>
                    <a:pt x="267" y="3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4" name="Freeform 31 1">
              <a:extLst>
                <a:ext uri="{FF2B5EF4-FFF2-40B4-BE49-F238E27FC236}">
                  <a16:creationId xmlns:a16="http://schemas.microsoft.com/office/drawing/2014/main" id="{E8860581-9736-6EA2-0728-9E4B47751C22}"/>
                </a:ext>
              </a:extLst>
            </p:cNvPr>
            <p:cNvSpPr>
              <a:spLocks/>
            </p:cNvSpPr>
            <p:nvPr>
              <p:custDataLst>
                <p:tags r:id="rId69"/>
              </p:custDataLst>
            </p:nvPr>
          </p:nvSpPr>
          <p:spPr bwMode="auto">
            <a:xfrm>
              <a:off x="10304463" y="6602413"/>
              <a:ext cx="122238" cy="161925"/>
            </a:xfrm>
            <a:custGeom>
              <a:avLst/>
              <a:gdLst>
                <a:gd name="T0" fmla="*/ 83 w 171"/>
                <a:gd name="T1" fmla="*/ 10 h 245"/>
                <a:gd name="T2" fmla="*/ 84 w 171"/>
                <a:gd name="T3" fmla="*/ 4 h 245"/>
                <a:gd name="T4" fmla="*/ 79 w 171"/>
                <a:gd name="T5" fmla="*/ 0 h 245"/>
                <a:gd name="T6" fmla="*/ 34 w 171"/>
                <a:gd name="T7" fmla="*/ 3 h 245"/>
                <a:gd name="T8" fmla="*/ 26 w 171"/>
                <a:gd name="T9" fmla="*/ 11 h 245"/>
                <a:gd name="T10" fmla="*/ 35 w 171"/>
                <a:gd name="T11" fmla="*/ 16 h 245"/>
                <a:gd name="T12" fmla="*/ 52 w 171"/>
                <a:gd name="T13" fmla="*/ 21 h 245"/>
                <a:gd name="T14" fmla="*/ 51 w 171"/>
                <a:gd name="T15" fmla="*/ 29 h 245"/>
                <a:gd name="T16" fmla="*/ 2 w 171"/>
                <a:gd name="T17" fmla="*/ 226 h 245"/>
                <a:gd name="T18" fmla="*/ 0 w 171"/>
                <a:gd name="T19" fmla="*/ 234 h 245"/>
                <a:gd name="T20" fmla="*/ 12 w 171"/>
                <a:gd name="T21" fmla="*/ 245 h 245"/>
                <a:gd name="T22" fmla="*/ 28 w 171"/>
                <a:gd name="T23" fmla="*/ 230 h 245"/>
                <a:gd name="T24" fmla="*/ 45 w 171"/>
                <a:gd name="T25" fmla="*/ 163 h 245"/>
                <a:gd name="T26" fmla="*/ 89 w 171"/>
                <a:gd name="T27" fmla="*/ 191 h 245"/>
                <a:gd name="T28" fmla="*/ 89 w 171"/>
                <a:gd name="T29" fmla="*/ 198 h 245"/>
                <a:gd name="T30" fmla="*/ 87 w 171"/>
                <a:gd name="T31" fmla="*/ 209 h 245"/>
                <a:gd name="T32" fmla="*/ 124 w 171"/>
                <a:gd name="T33" fmla="*/ 245 h 245"/>
                <a:gd name="T34" fmla="*/ 169 w 171"/>
                <a:gd name="T35" fmla="*/ 192 h 245"/>
                <a:gd name="T36" fmla="*/ 163 w 171"/>
                <a:gd name="T37" fmla="*/ 187 h 245"/>
                <a:gd name="T38" fmla="*/ 156 w 171"/>
                <a:gd name="T39" fmla="*/ 196 h 245"/>
                <a:gd name="T40" fmla="*/ 125 w 171"/>
                <a:gd name="T41" fmla="*/ 235 h 245"/>
                <a:gd name="T42" fmla="*/ 113 w 171"/>
                <a:gd name="T43" fmla="*/ 217 h 245"/>
                <a:gd name="T44" fmla="*/ 115 w 171"/>
                <a:gd name="T45" fmla="*/ 201 h 245"/>
                <a:gd name="T46" fmla="*/ 117 w 171"/>
                <a:gd name="T47" fmla="*/ 191 h 245"/>
                <a:gd name="T48" fmla="*/ 60 w 171"/>
                <a:gd name="T49" fmla="*/ 154 h 245"/>
                <a:gd name="T50" fmla="*/ 89 w 171"/>
                <a:gd name="T51" fmla="*/ 131 h 245"/>
                <a:gd name="T52" fmla="*/ 144 w 171"/>
                <a:gd name="T53" fmla="*/ 98 h 245"/>
                <a:gd name="T54" fmla="*/ 156 w 171"/>
                <a:gd name="T55" fmla="*/ 102 h 245"/>
                <a:gd name="T56" fmla="*/ 138 w 171"/>
                <a:gd name="T57" fmla="*/ 122 h 245"/>
                <a:gd name="T58" fmla="*/ 151 w 171"/>
                <a:gd name="T59" fmla="*/ 135 h 245"/>
                <a:gd name="T60" fmla="*/ 171 w 171"/>
                <a:gd name="T61" fmla="*/ 112 h 245"/>
                <a:gd name="T62" fmla="*/ 145 w 171"/>
                <a:gd name="T63" fmla="*/ 88 h 245"/>
                <a:gd name="T64" fmla="*/ 89 w 171"/>
                <a:gd name="T65" fmla="*/ 118 h 245"/>
                <a:gd name="T66" fmla="*/ 48 w 171"/>
                <a:gd name="T67" fmla="*/ 149 h 245"/>
                <a:gd name="T68" fmla="*/ 83 w 171"/>
                <a:gd name="T69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1" h="245">
                  <a:moveTo>
                    <a:pt x="83" y="10"/>
                  </a:moveTo>
                  <a:cubicBezTo>
                    <a:pt x="83" y="9"/>
                    <a:pt x="84" y="5"/>
                    <a:pt x="84" y="4"/>
                  </a:cubicBezTo>
                  <a:cubicBezTo>
                    <a:pt x="84" y="3"/>
                    <a:pt x="83" y="0"/>
                    <a:pt x="79" y="0"/>
                  </a:cubicBezTo>
                  <a:cubicBezTo>
                    <a:pt x="72" y="0"/>
                    <a:pt x="43" y="2"/>
                    <a:pt x="34" y="3"/>
                  </a:cubicBezTo>
                  <a:cubicBezTo>
                    <a:pt x="31" y="3"/>
                    <a:pt x="26" y="4"/>
                    <a:pt x="26" y="11"/>
                  </a:cubicBezTo>
                  <a:cubicBezTo>
                    <a:pt x="26" y="16"/>
                    <a:pt x="31" y="16"/>
                    <a:pt x="35" y="16"/>
                  </a:cubicBezTo>
                  <a:cubicBezTo>
                    <a:pt x="52" y="16"/>
                    <a:pt x="52" y="18"/>
                    <a:pt x="52" y="21"/>
                  </a:cubicBezTo>
                  <a:cubicBezTo>
                    <a:pt x="52" y="24"/>
                    <a:pt x="51" y="26"/>
                    <a:pt x="51" y="29"/>
                  </a:cubicBezTo>
                  <a:lnTo>
                    <a:pt x="2" y="226"/>
                  </a:lnTo>
                  <a:cubicBezTo>
                    <a:pt x="0" y="233"/>
                    <a:pt x="0" y="233"/>
                    <a:pt x="0" y="234"/>
                  </a:cubicBezTo>
                  <a:cubicBezTo>
                    <a:pt x="0" y="239"/>
                    <a:pt x="4" y="245"/>
                    <a:pt x="12" y="245"/>
                  </a:cubicBezTo>
                  <a:cubicBezTo>
                    <a:pt x="21" y="245"/>
                    <a:pt x="26" y="238"/>
                    <a:pt x="28" y="230"/>
                  </a:cubicBezTo>
                  <a:cubicBezTo>
                    <a:pt x="28" y="229"/>
                    <a:pt x="43" y="168"/>
                    <a:pt x="45" y="163"/>
                  </a:cubicBezTo>
                  <a:cubicBezTo>
                    <a:pt x="70" y="165"/>
                    <a:pt x="89" y="173"/>
                    <a:pt x="89" y="191"/>
                  </a:cubicBezTo>
                  <a:cubicBezTo>
                    <a:pt x="89" y="193"/>
                    <a:pt x="89" y="195"/>
                    <a:pt x="89" y="198"/>
                  </a:cubicBezTo>
                  <a:cubicBezTo>
                    <a:pt x="87" y="204"/>
                    <a:pt x="87" y="205"/>
                    <a:pt x="87" y="209"/>
                  </a:cubicBezTo>
                  <a:cubicBezTo>
                    <a:pt x="87" y="234"/>
                    <a:pt x="108" y="245"/>
                    <a:pt x="124" y="245"/>
                  </a:cubicBezTo>
                  <a:cubicBezTo>
                    <a:pt x="158" y="245"/>
                    <a:pt x="169" y="192"/>
                    <a:pt x="169" y="192"/>
                  </a:cubicBezTo>
                  <a:cubicBezTo>
                    <a:pt x="169" y="187"/>
                    <a:pt x="164" y="187"/>
                    <a:pt x="163" y="187"/>
                  </a:cubicBezTo>
                  <a:cubicBezTo>
                    <a:pt x="158" y="187"/>
                    <a:pt x="158" y="189"/>
                    <a:pt x="156" y="196"/>
                  </a:cubicBezTo>
                  <a:cubicBezTo>
                    <a:pt x="152" y="211"/>
                    <a:pt x="142" y="235"/>
                    <a:pt x="125" y="235"/>
                  </a:cubicBezTo>
                  <a:cubicBezTo>
                    <a:pt x="116" y="235"/>
                    <a:pt x="113" y="227"/>
                    <a:pt x="113" y="217"/>
                  </a:cubicBezTo>
                  <a:cubicBezTo>
                    <a:pt x="113" y="211"/>
                    <a:pt x="113" y="211"/>
                    <a:pt x="115" y="201"/>
                  </a:cubicBezTo>
                  <a:cubicBezTo>
                    <a:pt x="116" y="200"/>
                    <a:pt x="117" y="195"/>
                    <a:pt x="117" y="191"/>
                  </a:cubicBezTo>
                  <a:cubicBezTo>
                    <a:pt x="117" y="160"/>
                    <a:pt x="75" y="155"/>
                    <a:pt x="60" y="154"/>
                  </a:cubicBezTo>
                  <a:cubicBezTo>
                    <a:pt x="71" y="147"/>
                    <a:pt x="83" y="136"/>
                    <a:pt x="89" y="131"/>
                  </a:cubicBezTo>
                  <a:cubicBezTo>
                    <a:pt x="107" y="114"/>
                    <a:pt x="125" y="98"/>
                    <a:pt x="144" y="98"/>
                  </a:cubicBezTo>
                  <a:cubicBezTo>
                    <a:pt x="148" y="98"/>
                    <a:pt x="153" y="99"/>
                    <a:pt x="156" y="102"/>
                  </a:cubicBezTo>
                  <a:cubicBezTo>
                    <a:pt x="141" y="105"/>
                    <a:pt x="138" y="116"/>
                    <a:pt x="138" y="122"/>
                  </a:cubicBezTo>
                  <a:cubicBezTo>
                    <a:pt x="138" y="129"/>
                    <a:pt x="143" y="135"/>
                    <a:pt x="151" y="135"/>
                  </a:cubicBezTo>
                  <a:cubicBezTo>
                    <a:pt x="161" y="135"/>
                    <a:pt x="171" y="127"/>
                    <a:pt x="171" y="112"/>
                  </a:cubicBezTo>
                  <a:cubicBezTo>
                    <a:pt x="171" y="101"/>
                    <a:pt x="163" y="88"/>
                    <a:pt x="145" y="88"/>
                  </a:cubicBezTo>
                  <a:cubicBezTo>
                    <a:pt x="125" y="88"/>
                    <a:pt x="106" y="102"/>
                    <a:pt x="89" y="118"/>
                  </a:cubicBezTo>
                  <a:cubicBezTo>
                    <a:pt x="74" y="132"/>
                    <a:pt x="63" y="143"/>
                    <a:pt x="48" y="149"/>
                  </a:cubicBezTo>
                  <a:lnTo>
                    <a:pt x="83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5" name="Freeform 32 1">
              <a:extLst>
                <a:ext uri="{FF2B5EF4-FFF2-40B4-BE49-F238E27FC236}">
                  <a16:creationId xmlns:a16="http://schemas.microsoft.com/office/drawing/2014/main" id="{B301D702-CEFF-B9E6-51BE-0C841B95FD53}"/>
                </a:ext>
              </a:extLst>
            </p:cNvPr>
            <p:cNvSpPr>
              <a:spLocks/>
            </p:cNvSpPr>
            <p:nvPr>
              <p:custDataLst>
                <p:tags r:id="rId70"/>
              </p:custDataLst>
            </p:nvPr>
          </p:nvSpPr>
          <p:spPr bwMode="auto">
            <a:xfrm>
              <a:off x="10548938" y="6365875"/>
              <a:ext cx="93663" cy="398463"/>
            </a:xfrm>
            <a:custGeom>
              <a:avLst/>
              <a:gdLst>
                <a:gd name="T0" fmla="*/ 130 w 130"/>
                <a:gd name="T1" fmla="*/ 299 h 598"/>
                <a:gd name="T2" fmla="*/ 52 w 130"/>
                <a:gd name="T3" fmla="*/ 44 h 598"/>
                <a:gd name="T4" fmla="*/ 6 w 130"/>
                <a:gd name="T5" fmla="*/ 0 h 598"/>
                <a:gd name="T6" fmla="*/ 0 w 130"/>
                <a:gd name="T7" fmla="*/ 5 h 598"/>
                <a:gd name="T8" fmla="*/ 3 w 130"/>
                <a:gd name="T9" fmla="*/ 10 h 598"/>
                <a:gd name="T10" fmla="*/ 80 w 130"/>
                <a:gd name="T11" fmla="*/ 156 h 598"/>
                <a:gd name="T12" fmla="*/ 96 w 130"/>
                <a:gd name="T13" fmla="*/ 299 h 598"/>
                <a:gd name="T14" fmla="*/ 78 w 130"/>
                <a:gd name="T15" fmla="*/ 449 h 598"/>
                <a:gd name="T16" fmla="*/ 4 w 130"/>
                <a:gd name="T17" fmla="*/ 586 h 598"/>
                <a:gd name="T18" fmla="*/ 0 w 130"/>
                <a:gd name="T19" fmla="*/ 593 h 598"/>
                <a:gd name="T20" fmla="*/ 6 w 130"/>
                <a:gd name="T21" fmla="*/ 598 h 598"/>
                <a:gd name="T22" fmla="*/ 47 w 130"/>
                <a:gd name="T23" fmla="*/ 560 h 598"/>
                <a:gd name="T24" fmla="*/ 130 w 130"/>
                <a:gd name="T25" fmla="*/ 29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" h="598">
                  <a:moveTo>
                    <a:pt x="130" y="299"/>
                  </a:moveTo>
                  <a:cubicBezTo>
                    <a:pt x="130" y="228"/>
                    <a:pt x="117" y="128"/>
                    <a:pt x="52" y="44"/>
                  </a:cubicBezTo>
                  <a:cubicBezTo>
                    <a:pt x="47" y="38"/>
                    <a:pt x="15" y="0"/>
                    <a:pt x="6" y="0"/>
                  </a:cubicBezTo>
                  <a:cubicBezTo>
                    <a:pt x="3" y="0"/>
                    <a:pt x="0" y="1"/>
                    <a:pt x="0" y="5"/>
                  </a:cubicBezTo>
                  <a:cubicBezTo>
                    <a:pt x="0" y="7"/>
                    <a:pt x="1" y="9"/>
                    <a:pt x="3" y="10"/>
                  </a:cubicBezTo>
                  <a:cubicBezTo>
                    <a:pt x="27" y="36"/>
                    <a:pt x="59" y="77"/>
                    <a:pt x="80" y="156"/>
                  </a:cubicBezTo>
                  <a:cubicBezTo>
                    <a:pt x="91" y="201"/>
                    <a:pt x="96" y="252"/>
                    <a:pt x="96" y="299"/>
                  </a:cubicBezTo>
                  <a:cubicBezTo>
                    <a:pt x="96" y="349"/>
                    <a:pt x="91" y="400"/>
                    <a:pt x="78" y="449"/>
                  </a:cubicBezTo>
                  <a:cubicBezTo>
                    <a:pt x="59" y="518"/>
                    <a:pt x="30" y="558"/>
                    <a:pt x="4" y="586"/>
                  </a:cubicBezTo>
                  <a:cubicBezTo>
                    <a:pt x="0" y="591"/>
                    <a:pt x="0" y="592"/>
                    <a:pt x="0" y="593"/>
                  </a:cubicBezTo>
                  <a:cubicBezTo>
                    <a:pt x="0" y="597"/>
                    <a:pt x="3" y="598"/>
                    <a:pt x="6" y="598"/>
                  </a:cubicBezTo>
                  <a:cubicBezTo>
                    <a:pt x="13" y="598"/>
                    <a:pt x="41" y="567"/>
                    <a:pt x="47" y="560"/>
                  </a:cubicBezTo>
                  <a:cubicBezTo>
                    <a:pt x="97" y="500"/>
                    <a:pt x="130" y="410"/>
                    <a:pt x="130" y="29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3A703C9F-E956-777F-3F74-1800EE818A93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943850" y="6558756"/>
              <a:ext cx="401639" cy="14289"/>
            </a:xfrm>
            <a:custGeom>
              <a:avLst/>
              <a:gdLst/>
              <a:ahLst/>
              <a:cxnLst/>
              <a:rect l="0" t="0" r="0" b="0"/>
              <a:pathLst>
                <a:path w="401639" h="14289">
                  <a:moveTo>
                    <a:pt x="0" y="14288"/>
                  </a:moveTo>
                  <a:lnTo>
                    <a:pt x="401638" y="14288"/>
                  </a:lnTo>
                  <a:lnTo>
                    <a:pt x="4016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9A5DE6-923C-86FD-538C-61E838E4CF03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237788" y="6558756"/>
              <a:ext cx="252415" cy="14289"/>
            </a:xfrm>
            <a:custGeom>
              <a:avLst/>
              <a:gdLst/>
              <a:ahLst/>
              <a:cxnLst/>
              <a:rect l="0" t="0" r="0" b="0"/>
              <a:pathLst>
                <a:path w="252415" h="14289">
                  <a:moveTo>
                    <a:pt x="0" y="14288"/>
                  </a:moveTo>
                  <a:lnTo>
                    <a:pt x="252414" y="14288"/>
                  </a:lnTo>
                  <a:lnTo>
                    <a:pt x="2524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68" name="グループ化 67" descr="\documentclass{article}&#10;\usepackage{amsmath,bm}&#10;\pagestyle{empty}&#10;\begin{document}&#10;&#10;$F = m\omega^2r\sin\theta$&#10;&#10;&#10;\end{document}" title="IguanaTex Vector Display">
            <a:extLst>
              <a:ext uri="{FF2B5EF4-FFF2-40B4-BE49-F238E27FC236}">
                <a16:creationId xmlns:a16="http://schemas.microsoft.com/office/drawing/2014/main" id="{F71D5F5B-F6C6-9CF6-D7C7-866DAA16C69E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6337300" y="4366383"/>
            <a:ext cx="2341563" cy="306388"/>
            <a:chOff x="8051800" y="6396038"/>
            <a:chExt cx="2341563" cy="306388"/>
          </a:xfrm>
        </p:grpSpPr>
        <p:sp>
          <p:nvSpPr>
            <p:cNvPr id="69" name="Freeform 31 2">
              <a:extLst>
                <a:ext uri="{FF2B5EF4-FFF2-40B4-BE49-F238E27FC236}">
                  <a16:creationId xmlns:a16="http://schemas.microsoft.com/office/drawing/2014/main" id="{9E627520-797D-83A0-C4D0-31853AC377AE}"/>
                </a:ext>
              </a:extLst>
            </p:cNvPr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8051800" y="6450013"/>
              <a:ext cx="254000" cy="247650"/>
            </a:xfrm>
            <a:custGeom>
              <a:avLst/>
              <a:gdLst>
                <a:gd name="T0" fmla="*/ 132 w 355"/>
                <a:gd name="T1" fmla="*/ 177 h 339"/>
                <a:gd name="T2" fmla="*/ 180 w 355"/>
                <a:gd name="T3" fmla="*/ 177 h 339"/>
                <a:gd name="T4" fmla="*/ 222 w 355"/>
                <a:gd name="T5" fmla="*/ 199 h 339"/>
                <a:gd name="T6" fmla="*/ 218 w 355"/>
                <a:gd name="T7" fmla="*/ 224 h 339"/>
                <a:gd name="T8" fmla="*/ 217 w 355"/>
                <a:gd name="T9" fmla="*/ 229 h 339"/>
                <a:gd name="T10" fmla="*/ 223 w 355"/>
                <a:gd name="T11" fmla="*/ 235 h 339"/>
                <a:gd name="T12" fmla="*/ 230 w 355"/>
                <a:gd name="T13" fmla="*/ 225 h 339"/>
                <a:gd name="T14" fmla="*/ 257 w 355"/>
                <a:gd name="T15" fmla="*/ 116 h 339"/>
                <a:gd name="T16" fmla="*/ 259 w 355"/>
                <a:gd name="T17" fmla="*/ 108 h 339"/>
                <a:gd name="T18" fmla="*/ 253 w 355"/>
                <a:gd name="T19" fmla="*/ 103 h 339"/>
                <a:gd name="T20" fmla="*/ 246 w 355"/>
                <a:gd name="T21" fmla="*/ 113 h 339"/>
                <a:gd name="T22" fmla="*/ 181 w 355"/>
                <a:gd name="T23" fmla="*/ 161 h 339"/>
                <a:gd name="T24" fmla="*/ 136 w 355"/>
                <a:gd name="T25" fmla="*/ 161 h 339"/>
                <a:gd name="T26" fmla="*/ 168 w 355"/>
                <a:gd name="T27" fmla="*/ 34 h 339"/>
                <a:gd name="T28" fmla="*/ 195 w 355"/>
                <a:gd name="T29" fmla="*/ 15 h 339"/>
                <a:gd name="T30" fmla="*/ 260 w 355"/>
                <a:gd name="T31" fmla="*/ 15 h 339"/>
                <a:gd name="T32" fmla="*/ 333 w 355"/>
                <a:gd name="T33" fmla="*/ 70 h 339"/>
                <a:gd name="T34" fmla="*/ 332 w 355"/>
                <a:gd name="T35" fmla="*/ 97 h 339"/>
                <a:gd name="T36" fmla="*/ 331 w 355"/>
                <a:gd name="T37" fmla="*/ 106 h 339"/>
                <a:gd name="T38" fmla="*/ 337 w 355"/>
                <a:gd name="T39" fmla="*/ 112 h 339"/>
                <a:gd name="T40" fmla="*/ 344 w 355"/>
                <a:gd name="T41" fmla="*/ 99 h 339"/>
                <a:gd name="T42" fmla="*/ 354 w 355"/>
                <a:gd name="T43" fmla="*/ 13 h 339"/>
                <a:gd name="T44" fmla="*/ 340 w 355"/>
                <a:gd name="T45" fmla="*/ 0 h 339"/>
                <a:gd name="T46" fmla="*/ 96 w 355"/>
                <a:gd name="T47" fmla="*/ 0 h 339"/>
                <a:gd name="T48" fmla="*/ 81 w 355"/>
                <a:gd name="T49" fmla="*/ 10 h 339"/>
                <a:gd name="T50" fmla="*/ 95 w 355"/>
                <a:gd name="T51" fmla="*/ 15 h 339"/>
                <a:gd name="T52" fmla="*/ 127 w 355"/>
                <a:gd name="T53" fmla="*/ 24 h 339"/>
                <a:gd name="T54" fmla="*/ 125 w 355"/>
                <a:gd name="T55" fmla="*/ 36 h 339"/>
                <a:gd name="T56" fmla="*/ 59 w 355"/>
                <a:gd name="T57" fmla="*/ 300 h 339"/>
                <a:gd name="T58" fmla="*/ 14 w 355"/>
                <a:gd name="T59" fmla="*/ 323 h 339"/>
                <a:gd name="T60" fmla="*/ 0 w 355"/>
                <a:gd name="T61" fmla="*/ 333 h 339"/>
                <a:gd name="T62" fmla="*/ 7 w 355"/>
                <a:gd name="T63" fmla="*/ 339 h 339"/>
                <a:gd name="T64" fmla="*/ 73 w 355"/>
                <a:gd name="T65" fmla="*/ 337 h 339"/>
                <a:gd name="T66" fmla="*/ 147 w 355"/>
                <a:gd name="T67" fmla="*/ 339 h 339"/>
                <a:gd name="T68" fmla="*/ 158 w 355"/>
                <a:gd name="T69" fmla="*/ 329 h 339"/>
                <a:gd name="T70" fmla="*/ 155 w 355"/>
                <a:gd name="T71" fmla="*/ 324 h 339"/>
                <a:gd name="T72" fmla="*/ 141 w 355"/>
                <a:gd name="T73" fmla="*/ 323 h 339"/>
                <a:gd name="T74" fmla="*/ 115 w 355"/>
                <a:gd name="T75" fmla="*/ 322 h 339"/>
                <a:gd name="T76" fmla="*/ 99 w 355"/>
                <a:gd name="T77" fmla="*/ 312 h 339"/>
                <a:gd name="T78" fmla="*/ 101 w 355"/>
                <a:gd name="T79" fmla="*/ 301 h 339"/>
                <a:gd name="T80" fmla="*/ 132 w 355"/>
                <a:gd name="T81" fmla="*/ 177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55" h="339">
                  <a:moveTo>
                    <a:pt x="132" y="177"/>
                  </a:moveTo>
                  <a:lnTo>
                    <a:pt x="180" y="177"/>
                  </a:lnTo>
                  <a:cubicBezTo>
                    <a:pt x="218" y="177"/>
                    <a:pt x="222" y="185"/>
                    <a:pt x="222" y="199"/>
                  </a:cubicBezTo>
                  <a:cubicBezTo>
                    <a:pt x="222" y="203"/>
                    <a:pt x="222" y="209"/>
                    <a:pt x="218" y="224"/>
                  </a:cubicBezTo>
                  <a:cubicBezTo>
                    <a:pt x="217" y="226"/>
                    <a:pt x="217" y="228"/>
                    <a:pt x="217" y="229"/>
                  </a:cubicBezTo>
                  <a:cubicBezTo>
                    <a:pt x="217" y="233"/>
                    <a:pt x="220" y="235"/>
                    <a:pt x="223" y="235"/>
                  </a:cubicBezTo>
                  <a:cubicBezTo>
                    <a:pt x="228" y="235"/>
                    <a:pt x="228" y="234"/>
                    <a:pt x="230" y="225"/>
                  </a:cubicBezTo>
                  <a:lnTo>
                    <a:pt x="257" y="116"/>
                  </a:lnTo>
                  <a:cubicBezTo>
                    <a:pt x="259" y="111"/>
                    <a:pt x="259" y="110"/>
                    <a:pt x="259" y="108"/>
                  </a:cubicBezTo>
                  <a:cubicBezTo>
                    <a:pt x="259" y="107"/>
                    <a:pt x="258" y="103"/>
                    <a:pt x="253" y="103"/>
                  </a:cubicBezTo>
                  <a:cubicBezTo>
                    <a:pt x="248" y="103"/>
                    <a:pt x="248" y="105"/>
                    <a:pt x="246" y="113"/>
                  </a:cubicBezTo>
                  <a:cubicBezTo>
                    <a:pt x="235" y="152"/>
                    <a:pt x="224" y="161"/>
                    <a:pt x="181" y="161"/>
                  </a:cubicBezTo>
                  <a:lnTo>
                    <a:pt x="136" y="161"/>
                  </a:lnTo>
                  <a:lnTo>
                    <a:pt x="168" y="34"/>
                  </a:lnTo>
                  <a:cubicBezTo>
                    <a:pt x="172" y="17"/>
                    <a:pt x="173" y="15"/>
                    <a:pt x="195" y="15"/>
                  </a:cubicBezTo>
                  <a:lnTo>
                    <a:pt x="260" y="15"/>
                  </a:lnTo>
                  <a:cubicBezTo>
                    <a:pt x="322" y="15"/>
                    <a:pt x="333" y="31"/>
                    <a:pt x="333" y="70"/>
                  </a:cubicBezTo>
                  <a:cubicBezTo>
                    <a:pt x="333" y="81"/>
                    <a:pt x="333" y="83"/>
                    <a:pt x="332" y="97"/>
                  </a:cubicBezTo>
                  <a:cubicBezTo>
                    <a:pt x="331" y="103"/>
                    <a:pt x="331" y="104"/>
                    <a:pt x="331" y="106"/>
                  </a:cubicBezTo>
                  <a:cubicBezTo>
                    <a:pt x="331" y="108"/>
                    <a:pt x="332" y="112"/>
                    <a:pt x="337" y="112"/>
                  </a:cubicBezTo>
                  <a:cubicBezTo>
                    <a:pt x="342" y="112"/>
                    <a:pt x="343" y="109"/>
                    <a:pt x="344" y="99"/>
                  </a:cubicBezTo>
                  <a:lnTo>
                    <a:pt x="354" y="13"/>
                  </a:lnTo>
                  <a:cubicBezTo>
                    <a:pt x="355" y="0"/>
                    <a:pt x="353" y="0"/>
                    <a:pt x="340" y="0"/>
                  </a:cubicBezTo>
                  <a:lnTo>
                    <a:pt x="96" y="0"/>
                  </a:lnTo>
                  <a:cubicBezTo>
                    <a:pt x="86" y="0"/>
                    <a:pt x="81" y="0"/>
                    <a:pt x="81" y="10"/>
                  </a:cubicBezTo>
                  <a:cubicBezTo>
                    <a:pt x="81" y="15"/>
                    <a:pt x="86" y="15"/>
                    <a:pt x="95" y="15"/>
                  </a:cubicBezTo>
                  <a:cubicBezTo>
                    <a:pt x="113" y="15"/>
                    <a:pt x="127" y="15"/>
                    <a:pt x="127" y="24"/>
                  </a:cubicBezTo>
                  <a:cubicBezTo>
                    <a:pt x="127" y="26"/>
                    <a:pt x="127" y="27"/>
                    <a:pt x="125" y="36"/>
                  </a:cubicBezTo>
                  <a:lnTo>
                    <a:pt x="59" y="300"/>
                  </a:lnTo>
                  <a:cubicBezTo>
                    <a:pt x="54" y="319"/>
                    <a:pt x="53" y="323"/>
                    <a:pt x="14" y="323"/>
                  </a:cubicBezTo>
                  <a:cubicBezTo>
                    <a:pt x="5" y="323"/>
                    <a:pt x="0" y="323"/>
                    <a:pt x="0" y="333"/>
                  </a:cubicBezTo>
                  <a:cubicBezTo>
                    <a:pt x="0" y="339"/>
                    <a:pt x="6" y="339"/>
                    <a:pt x="7" y="339"/>
                  </a:cubicBezTo>
                  <a:cubicBezTo>
                    <a:pt x="22" y="339"/>
                    <a:pt x="59" y="337"/>
                    <a:pt x="73" y="337"/>
                  </a:cubicBezTo>
                  <a:cubicBezTo>
                    <a:pt x="90" y="337"/>
                    <a:pt x="131" y="339"/>
                    <a:pt x="147" y="339"/>
                  </a:cubicBezTo>
                  <a:cubicBezTo>
                    <a:pt x="152" y="339"/>
                    <a:pt x="158" y="339"/>
                    <a:pt x="158" y="329"/>
                  </a:cubicBezTo>
                  <a:cubicBezTo>
                    <a:pt x="158" y="325"/>
                    <a:pt x="155" y="324"/>
                    <a:pt x="155" y="324"/>
                  </a:cubicBezTo>
                  <a:cubicBezTo>
                    <a:pt x="153" y="323"/>
                    <a:pt x="152" y="323"/>
                    <a:pt x="141" y="323"/>
                  </a:cubicBezTo>
                  <a:cubicBezTo>
                    <a:pt x="130" y="323"/>
                    <a:pt x="127" y="323"/>
                    <a:pt x="115" y="322"/>
                  </a:cubicBezTo>
                  <a:cubicBezTo>
                    <a:pt x="101" y="321"/>
                    <a:pt x="99" y="319"/>
                    <a:pt x="99" y="312"/>
                  </a:cubicBezTo>
                  <a:cubicBezTo>
                    <a:pt x="99" y="311"/>
                    <a:pt x="99" y="308"/>
                    <a:pt x="101" y="301"/>
                  </a:cubicBezTo>
                  <a:lnTo>
                    <a:pt x="132" y="17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0" name="Freeform 32 2">
              <a:extLst>
                <a:ext uri="{FF2B5EF4-FFF2-40B4-BE49-F238E27FC236}">
                  <a16:creationId xmlns:a16="http://schemas.microsoft.com/office/drawing/2014/main" id="{115A6D12-BD60-E0FF-005C-2CE85C5716C5}"/>
                </a:ext>
              </a:extLst>
            </p:cNvPr>
            <p:cNvSpPr>
              <a:spLocks noEditPoints="1"/>
            </p:cNvSpPr>
            <p:nvPr>
              <p:custDataLst>
                <p:tags r:id="rId49"/>
              </p:custDataLst>
            </p:nvPr>
          </p:nvSpPr>
          <p:spPr bwMode="auto">
            <a:xfrm>
              <a:off x="8437563" y="6564313"/>
              <a:ext cx="236538" cy="84138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5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7 w 331"/>
                <a:gd name="T11" fmla="*/ 20 h 116"/>
                <a:gd name="T12" fmla="*/ 314 w 331"/>
                <a:gd name="T13" fmla="*/ 20 h 116"/>
                <a:gd name="T14" fmla="*/ 315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7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5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6"/>
                  </a:moveTo>
                  <a:cubicBezTo>
                    <a:pt x="322" y="116"/>
                    <a:pt x="331" y="116"/>
                    <a:pt x="331" y="106"/>
                  </a:cubicBezTo>
                  <a:cubicBezTo>
                    <a:pt x="331" y="96"/>
                    <a:pt x="322" y="96"/>
                    <a:pt x="314" y="96"/>
                  </a:cubicBezTo>
                  <a:lnTo>
                    <a:pt x="17" y="96"/>
                  </a:lnTo>
                  <a:cubicBezTo>
                    <a:pt x="9" y="96"/>
                    <a:pt x="0" y="96"/>
                    <a:pt x="0" y="106"/>
                  </a:cubicBezTo>
                  <a:cubicBezTo>
                    <a:pt x="0" y="116"/>
                    <a:pt x="9" y="116"/>
                    <a:pt x="16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1" name="Freeform 33 1">
              <a:extLst>
                <a:ext uri="{FF2B5EF4-FFF2-40B4-BE49-F238E27FC236}">
                  <a16:creationId xmlns:a16="http://schemas.microsoft.com/office/drawing/2014/main" id="{DCE8A820-AB0A-DF48-9508-F6930706D028}"/>
                </a:ext>
              </a:extLst>
            </p:cNvPr>
            <p:cNvSpPr>
              <a:spLocks/>
            </p:cNvSpPr>
            <p:nvPr>
              <p:custDataLst>
                <p:tags r:id="rId50"/>
              </p:custDataLst>
            </p:nvPr>
          </p:nvSpPr>
          <p:spPr bwMode="auto">
            <a:xfrm>
              <a:off x="8804275" y="6535738"/>
              <a:ext cx="292100" cy="166688"/>
            </a:xfrm>
            <a:custGeom>
              <a:avLst/>
              <a:gdLst>
                <a:gd name="T0" fmla="*/ 29 w 408"/>
                <a:gd name="T1" fmla="*/ 191 h 226"/>
                <a:gd name="T2" fmla="*/ 25 w 408"/>
                <a:gd name="T3" fmla="*/ 213 h 226"/>
                <a:gd name="T4" fmla="*/ 39 w 408"/>
                <a:gd name="T5" fmla="*/ 226 h 226"/>
                <a:gd name="T6" fmla="*/ 58 w 408"/>
                <a:gd name="T7" fmla="*/ 212 h 226"/>
                <a:gd name="T8" fmla="*/ 67 w 408"/>
                <a:gd name="T9" fmla="*/ 175 h 226"/>
                <a:gd name="T10" fmla="*/ 78 w 408"/>
                <a:gd name="T11" fmla="*/ 130 h 226"/>
                <a:gd name="T12" fmla="*/ 87 w 408"/>
                <a:gd name="T13" fmla="*/ 97 h 226"/>
                <a:gd name="T14" fmla="*/ 93 w 408"/>
                <a:gd name="T15" fmla="*/ 72 h 226"/>
                <a:gd name="T16" fmla="*/ 174 w 408"/>
                <a:gd name="T17" fmla="*/ 11 h 226"/>
                <a:gd name="T18" fmla="*/ 201 w 408"/>
                <a:gd name="T19" fmla="*/ 46 h 226"/>
                <a:gd name="T20" fmla="*/ 194 w 408"/>
                <a:gd name="T21" fmla="*/ 88 h 226"/>
                <a:gd name="T22" fmla="*/ 180 w 408"/>
                <a:gd name="T23" fmla="*/ 145 h 226"/>
                <a:gd name="T24" fmla="*/ 170 w 408"/>
                <a:gd name="T25" fmla="*/ 183 h 226"/>
                <a:gd name="T26" fmla="*/ 163 w 408"/>
                <a:gd name="T27" fmla="*/ 213 h 226"/>
                <a:gd name="T28" fmla="*/ 178 w 408"/>
                <a:gd name="T29" fmla="*/ 226 h 226"/>
                <a:gd name="T30" fmla="*/ 200 w 408"/>
                <a:gd name="T31" fmla="*/ 198 h 226"/>
                <a:gd name="T32" fmla="*/ 230 w 408"/>
                <a:gd name="T33" fmla="*/ 78 h 226"/>
                <a:gd name="T34" fmla="*/ 312 w 408"/>
                <a:gd name="T35" fmla="*/ 11 h 226"/>
                <a:gd name="T36" fmla="*/ 339 w 408"/>
                <a:gd name="T37" fmla="*/ 46 h 226"/>
                <a:gd name="T38" fmla="*/ 308 w 408"/>
                <a:gd name="T39" fmla="*/ 158 h 226"/>
                <a:gd name="T40" fmla="*/ 302 w 408"/>
                <a:gd name="T41" fmla="*/ 185 h 226"/>
                <a:gd name="T42" fmla="*/ 343 w 408"/>
                <a:gd name="T43" fmla="*/ 226 h 226"/>
                <a:gd name="T44" fmla="*/ 408 w 408"/>
                <a:gd name="T45" fmla="*/ 149 h 226"/>
                <a:gd name="T46" fmla="*/ 402 w 408"/>
                <a:gd name="T47" fmla="*/ 144 h 226"/>
                <a:gd name="T48" fmla="*/ 395 w 408"/>
                <a:gd name="T49" fmla="*/ 153 h 226"/>
                <a:gd name="T50" fmla="*/ 344 w 408"/>
                <a:gd name="T51" fmla="*/ 215 h 226"/>
                <a:gd name="T52" fmla="*/ 332 w 408"/>
                <a:gd name="T53" fmla="*/ 199 h 226"/>
                <a:gd name="T54" fmla="*/ 341 w 408"/>
                <a:gd name="T55" fmla="*/ 163 h 226"/>
                <a:gd name="T56" fmla="*/ 371 w 408"/>
                <a:gd name="T57" fmla="*/ 54 h 226"/>
                <a:gd name="T58" fmla="*/ 314 w 408"/>
                <a:gd name="T59" fmla="*/ 0 h 226"/>
                <a:gd name="T60" fmla="*/ 233 w 408"/>
                <a:gd name="T61" fmla="*/ 49 h 226"/>
                <a:gd name="T62" fmla="*/ 217 w 408"/>
                <a:gd name="T63" fmla="*/ 13 h 226"/>
                <a:gd name="T64" fmla="*/ 176 w 408"/>
                <a:gd name="T65" fmla="*/ 0 h 226"/>
                <a:gd name="T66" fmla="*/ 98 w 408"/>
                <a:gd name="T67" fmla="*/ 44 h 226"/>
                <a:gd name="T68" fmla="*/ 52 w 408"/>
                <a:gd name="T69" fmla="*/ 0 h 226"/>
                <a:gd name="T70" fmla="*/ 15 w 408"/>
                <a:gd name="T71" fmla="*/ 29 h 226"/>
                <a:gd name="T72" fmla="*/ 0 w 408"/>
                <a:gd name="T73" fmla="*/ 77 h 226"/>
                <a:gd name="T74" fmla="*/ 6 w 408"/>
                <a:gd name="T75" fmla="*/ 82 h 226"/>
                <a:gd name="T76" fmla="*/ 14 w 408"/>
                <a:gd name="T77" fmla="*/ 71 h 226"/>
                <a:gd name="T78" fmla="*/ 51 w 408"/>
                <a:gd name="T79" fmla="*/ 11 h 226"/>
                <a:gd name="T80" fmla="*/ 66 w 408"/>
                <a:gd name="T81" fmla="*/ 34 h 226"/>
                <a:gd name="T82" fmla="*/ 58 w 408"/>
                <a:gd name="T83" fmla="*/ 76 h 226"/>
                <a:gd name="T84" fmla="*/ 29 w 408"/>
                <a:gd name="T8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59"/>
                    <a:pt x="198" y="73"/>
                    <a:pt x="194" y="88"/>
                  </a:cubicBezTo>
                  <a:lnTo>
                    <a:pt x="180" y="145"/>
                  </a:lnTo>
                  <a:lnTo>
                    <a:pt x="170" y="183"/>
                  </a:lnTo>
                  <a:cubicBezTo>
                    <a:pt x="168" y="193"/>
                    <a:pt x="163" y="210"/>
                    <a:pt x="163" y="213"/>
                  </a:cubicBezTo>
                  <a:cubicBezTo>
                    <a:pt x="163" y="222"/>
                    <a:pt x="170" y="226"/>
                    <a:pt x="178" y="226"/>
                  </a:cubicBezTo>
                  <a:cubicBezTo>
                    <a:pt x="193" y="226"/>
                    <a:pt x="196" y="214"/>
                    <a:pt x="200" y="198"/>
                  </a:cubicBezTo>
                  <a:cubicBezTo>
                    <a:pt x="207" y="170"/>
                    <a:pt x="226" y="97"/>
                    <a:pt x="230" y="78"/>
                  </a:cubicBezTo>
                  <a:cubicBezTo>
                    <a:pt x="232" y="71"/>
                    <a:pt x="258" y="11"/>
                    <a:pt x="312" y="11"/>
                  </a:cubicBezTo>
                  <a:cubicBezTo>
                    <a:pt x="334" y="11"/>
                    <a:pt x="339" y="28"/>
                    <a:pt x="339" y="46"/>
                  </a:cubicBezTo>
                  <a:cubicBezTo>
                    <a:pt x="339" y="75"/>
                    <a:pt x="318" y="131"/>
                    <a:pt x="308" y="158"/>
                  </a:cubicBezTo>
                  <a:cubicBezTo>
                    <a:pt x="304" y="170"/>
                    <a:pt x="302" y="175"/>
                    <a:pt x="302" y="185"/>
                  </a:cubicBezTo>
                  <a:cubicBezTo>
                    <a:pt x="302" y="209"/>
                    <a:pt x="319" y="226"/>
                    <a:pt x="343" y="226"/>
                  </a:cubicBezTo>
                  <a:cubicBezTo>
                    <a:pt x="390" y="226"/>
                    <a:pt x="408" y="153"/>
                    <a:pt x="408" y="149"/>
                  </a:cubicBezTo>
                  <a:cubicBezTo>
                    <a:pt x="408" y="144"/>
                    <a:pt x="404" y="144"/>
                    <a:pt x="402" y="144"/>
                  </a:cubicBezTo>
                  <a:cubicBezTo>
                    <a:pt x="397" y="144"/>
                    <a:pt x="397" y="146"/>
                    <a:pt x="395" y="153"/>
                  </a:cubicBezTo>
                  <a:cubicBezTo>
                    <a:pt x="387" y="180"/>
                    <a:pt x="371" y="215"/>
                    <a:pt x="344" y="215"/>
                  </a:cubicBezTo>
                  <a:cubicBezTo>
                    <a:pt x="335" y="215"/>
                    <a:pt x="332" y="210"/>
                    <a:pt x="332" y="199"/>
                  </a:cubicBezTo>
                  <a:cubicBezTo>
                    <a:pt x="332" y="186"/>
                    <a:pt x="336" y="174"/>
                    <a:pt x="341" y="163"/>
                  </a:cubicBezTo>
                  <a:cubicBezTo>
                    <a:pt x="350" y="137"/>
                    <a:pt x="371" y="82"/>
                    <a:pt x="371" y="54"/>
                  </a:cubicBezTo>
                  <a:cubicBezTo>
                    <a:pt x="371" y="21"/>
                    <a:pt x="351" y="0"/>
                    <a:pt x="314" y="0"/>
                  </a:cubicBezTo>
                  <a:cubicBezTo>
                    <a:pt x="277" y="0"/>
                    <a:pt x="251" y="22"/>
                    <a:pt x="233" y="49"/>
                  </a:cubicBezTo>
                  <a:cubicBezTo>
                    <a:pt x="232" y="42"/>
                    <a:pt x="231" y="25"/>
                    <a:pt x="217" y="13"/>
                  </a:cubicBezTo>
                  <a:cubicBezTo>
                    <a:pt x="204" y="3"/>
                    <a:pt x="188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5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6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2" name="Freeform 34 1">
              <a:extLst>
                <a:ext uri="{FF2B5EF4-FFF2-40B4-BE49-F238E27FC236}">
                  <a16:creationId xmlns:a16="http://schemas.microsoft.com/office/drawing/2014/main" id="{4EF78586-59ED-97E4-1185-D47463F20A13}"/>
                </a:ext>
              </a:extLst>
            </p:cNvPr>
            <p:cNvSpPr>
              <a:spLocks/>
            </p:cNvSpPr>
            <p:nvPr>
              <p:custDataLst>
                <p:tags r:id="rId51"/>
              </p:custDataLst>
            </p:nvPr>
          </p:nvSpPr>
          <p:spPr bwMode="auto">
            <a:xfrm>
              <a:off x="9112250" y="6535738"/>
              <a:ext cx="211138" cy="166688"/>
            </a:xfrm>
            <a:custGeom>
              <a:avLst/>
              <a:gdLst>
                <a:gd name="T0" fmla="*/ 295 w 295"/>
                <a:gd name="T1" fmla="*/ 35 h 226"/>
                <a:gd name="T2" fmla="*/ 275 w 295"/>
                <a:gd name="T3" fmla="*/ 0 h 226"/>
                <a:gd name="T4" fmla="*/ 249 w 295"/>
                <a:gd name="T5" fmla="*/ 24 h 226"/>
                <a:gd name="T6" fmla="*/ 257 w 295"/>
                <a:gd name="T7" fmla="*/ 39 h 226"/>
                <a:gd name="T8" fmla="*/ 274 w 295"/>
                <a:gd name="T9" fmla="*/ 81 h 226"/>
                <a:gd name="T10" fmla="*/ 249 w 295"/>
                <a:gd name="T11" fmla="*/ 152 h 226"/>
                <a:gd name="T12" fmla="*/ 192 w 295"/>
                <a:gd name="T13" fmla="*/ 190 h 226"/>
                <a:gd name="T14" fmla="*/ 144 w 295"/>
                <a:gd name="T15" fmla="*/ 145 h 226"/>
                <a:gd name="T16" fmla="*/ 161 w 295"/>
                <a:gd name="T17" fmla="*/ 87 h 226"/>
                <a:gd name="T18" fmla="*/ 152 w 295"/>
                <a:gd name="T19" fmla="*/ 76 h 226"/>
                <a:gd name="T20" fmla="*/ 138 w 295"/>
                <a:gd name="T21" fmla="*/ 84 h 226"/>
                <a:gd name="T22" fmla="*/ 127 w 295"/>
                <a:gd name="T23" fmla="*/ 144 h 226"/>
                <a:gd name="T24" fmla="*/ 59 w 295"/>
                <a:gd name="T25" fmla="*/ 190 h 226"/>
                <a:gd name="T26" fmla="*/ 16 w 295"/>
                <a:gd name="T27" fmla="*/ 133 h 226"/>
                <a:gd name="T28" fmla="*/ 67 w 295"/>
                <a:gd name="T29" fmla="*/ 12 h 226"/>
                <a:gd name="T30" fmla="*/ 57 w 295"/>
                <a:gd name="T31" fmla="*/ 2 h 226"/>
                <a:gd name="T32" fmla="*/ 44 w 295"/>
                <a:gd name="T33" fmla="*/ 13 h 226"/>
                <a:gd name="T34" fmla="*/ 0 w 295"/>
                <a:gd name="T35" fmla="*/ 155 h 226"/>
                <a:gd name="T36" fmla="*/ 52 w 295"/>
                <a:gd name="T37" fmla="*/ 226 h 226"/>
                <a:gd name="T38" fmla="*/ 129 w 295"/>
                <a:gd name="T39" fmla="*/ 174 h 226"/>
                <a:gd name="T40" fmla="*/ 184 w 295"/>
                <a:gd name="T41" fmla="*/ 226 h 226"/>
                <a:gd name="T42" fmla="*/ 264 w 295"/>
                <a:gd name="T43" fmla="*/ 158 h 226"/>
                <a:gd name="T44" fmla="*/ 295 w 295"/>
                <a:gd name="T45" fmla="*/ 3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5" h="226">
                  <a:moveTo>
                    <a:pt x="295" y="35"/>
                  </a:moveTo>
                  <a:cubicBezTo>
                    <a:pt x="295" y="13"/>
                    <a:pt x="286" y="0"/>
                    <a:pt x="275" y="0"/>
                  </a:cubicBezTo>
                  <a:cubicBezTo>
                    <a:pt x="262" y="0"/>
                    <a:pt x="249" y="12"/>
                    <a:pt x="249" y="24"/>
                  </a:cubicBezTo>
                  <a:cubicBezTo>
                    <a:pt x="249" y="29"/>
                    <a:pt x="252" y="34"/>
                    <a:pt x="257" y="39"/>
                  </a:cubicBezTo>
                  <a:cubicBezTo>
                    <a:pt x="265" y="46"/>
                    <a:pt x="274" y="60"/>
                    <a:pt x="274" y="81"/>
                  </a:cubicBezTo>
                  <a:cubicBezTo>
                    <a:pt x="274" y="101"/>
                    <a:pt x="264" y="129"/>
                    <a:pt x="249" y="152"/>
                  </a:cubicBezTo>
                  <a:cubicBezTo>
                    <a:pt x="234" y="173"/>
                    <a:pt x="216" y="190"/>
                    <a:pt x="192" y="190"/>
                  </a:cubicBezTo>
                  <a:cubicBezTo>
                    <a:pt x="164" y="190"/>
                    <a:pt x="148" y="172"/>
                    <a:pt x="144" y="145"/>
                  </a:cubicBezTo>
                  <a:cubicBezTo>
                    <a:pt x="149" y="132"/>
                    <a:pt x="161" y="101"/>
                    <a:pt x="161" y="87"/>
                  </a:cubicBezTo>
                  <a:cubicBezTo>
                    <a:pt x="161" y="81"/>
                    <a:pt x="158" y="76"/>
                    <a:pt x="152" y="76"/>
                  </a:cubicBezTo>
                  <a:cubicBezTo>
                    <a:pt x="148" y="76"/>
                    <a:pt x="142" y="77"/>
                    <a:pt x="138" y="84"/>
                  </a:cubicBezTo>
                  <a:cubicBezTo>
                    <a:pt x="133" y="94"/>
                    <a:pt x="127" y="127"/>
                    <a:pt x="127" y="144"/>
                  </a:cubicBezTo>
                  <a:cubicBezTo>
                    <a:pt x="111" y="168"/>
                    <a:pt x="91" y="190"/>
                    <a:pt x="59" y="190"/>
                  </a:cubicBezTo>
                  <a:cubicBezTo>
                    <a:pt x="26" y="190"/>
                    <a:pt x="16" y="161"/>
                    <a:pt x="16" y="133"/>
                  </a:cubicBezTo>
                  <a:cubicBezTo>
                    <a:pt x="16" y="71"/>
                    <a:pt x="67" y="18"/>
                    <a:pt x="67" y="12"/>
                  </a:cubicBezTo>
                  <a:cubicBezTo>
                    <a:pt x="67" y="6"/>
                    <a:pt x="63" y="2"/>
                    <a:pt x="57" y="2"/>
                  </a:cubicBezTo>
                  <a:cubicBezTo>
                    <a:pt x="51" y="2"/>
                    <a:pt x="47" y="9"/>
                    <a:pt x="44" y="13"/>
                  </a:cubicBezTo>
                  <a:cubicBezTo>
                    <a:pt x="19" y="50"/>
                    <a:pt x="0" y="110"/>
                    <a:pt x="0" y="155"/>
                  </a:cubicBezTo>
                  <a:cubicBezTo>
                    <a:pt x="0" y="189"/>
                    <a:pt x="11" y="226"/>
                    <a:pt x="52" y="226"/>
                  </a:cubicBezTo>
                  <a:cubicBezTo>
                    <a:pt x="88" y="226"/>
                    <a:pt x="111" y="201"/>
                    <a:pt x="129" y="174"/>
                  </a:cubicBezTo>
                  <a:cubicBezTo>
                    <a:pt x="133" y="203"/>
                    <a:pt x="153" y="226"/>
                    <a:pt x="184" y="226"/>
                  </a:cubicBezTo>
                  <a:cubicBezTo>
                    <a:pt x="223" y="226"/>
                    <a:pt x="247" y="196"/>
                    <a:pt x="264" y="158"/>
                  </a:cubicBezTo>
                  <a:cubicBezTo>
                    <a:pt x="276" y="134"/>
                    <a:pt x="295" y="66"/>
                    <a:pt x="295" y="3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3BFC2B85-BC8D-592D-DC45-4EFC49E493DC}"/>
                </a:ext>
              </a:extLst>
            </p:cNvPr>
            <p:cNvSpPr>
              <a:spLocks/>
            </p:cNvSpPr>
            <p:nvPr>
              <p:custDataLst>
                <p:tags r:id="rId52"/>
              </p:custDataLst>
            </p:nvPr>
          </p:nvSpPr>
          <p:spPr bwMode="auto">
            <a:xfrm>
              <a:off x="9358313" y="6396038"/>
              <a:ext cx="111125" cy="169863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3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2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8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8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3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0"/>
                    <a:pt x="0" y="62"/>
                  </a:cubicBezTo>
                  <a:cubicBezTo>
                    <a:pt x="0" y="80"/>
                    <a:pt x="15" y="82"/>
                    <a:pt x="18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4" y="45"/>
                    <a:pt x="16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8"/>
                    <a:pt x="98" y="123"/>
                    <a:pt x="87" y="135"/>
                  </a:cubicBezTo>
                  <a:lnTo>
                    <a:pt x="3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28870A66-C308-65D9-0BB9-9A1246537195}"/>
                </a:ext>
              </a:extLst>
            </p:cNvPr>
            <p:cNvSpPr>
              <a:spLocks/>
            </p:cNvSpPr>
            <p:nvPr>
              <p:custDataLst>
                <p:tags r:id="rId53"/>
              </p:custDataLst>
            </p:nvPr>
          </p:nvSpPr>
          <p:spPr bwMode="auto">
            <a:xfrm>
              <a:off x="9513888" y="6535738"/>
              <a:ext cx="144463" cy="166688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3 h 226"/>
                <a:gd name="T4" fmla="*/ 39 w 203"/>
                <a:gd name="T5" fmla="*/ 226 h 226"/>
                <a:gd name="T6" fmla="*/ 58 w 203"/>
                <a:gd name="T7" fmla="*/ 212 h 226"/>
                <a:gd name="T8" fmla="*/ 78 w 203"/>
                <a:gd name="T9" fmla="*/ 133 h 226"/>
                <a:gd name="T10" fmla="*/ 93 w 203"/>
                <a:gd name="T11" fmla="*/ 69 h 226"/>
                <a:gd name="T12" fmla="*/ 121 w 203"/>
                <a:gd name="T13" fmla="*/ 28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5 h 226"/>
                <a:gd name="T20" fmla="*/ 175 w 203"/>
                <a:gd name="T21" fmla="*/ 62 h 226"/>
                <a:gd name="T22" fmla="*/ 203 w 203"/>
                <a:gd name="T23" fmla="*/ 33 h 226"/>
                <a:gd name="T24" fmla="*/ 161 w 203"/>
                <a:gd name="T25" fmla="*/ 0 h 226"/>
                <a:gd name="T26" fmla="*/ 97 w 203"/>
                <a:gd name="T27" fmla="*/ 39 h 226"/>
                <a:gd name="T28" fmla="*/ 52 w 203"/>
                <a:gd name="T29" fmla="*/ 0 h 226"/>
                <a:gd name="T30" fmla="*/ 15 w 203"/>
                <a:gd name="T31" fmla="*/ 29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1 h 226"/>
                <a:gd name="T38" fmla="*/ 51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9" y="210"/>
                    <a:pt x="76" y="142"/>
                    <a:pt x="78" y="133"/>
                  </a:cubicBezTo>
                  <a:cubicBezTo>
                    <a:pt x="82" y="117"/>
                    <a:pt x="91" y="82"/>
                    <a:pt x="93" y="69"/>
                  </a:cubicBezTo>
                  <a:cubicBezTo>
                    <a:pt x="95" y="62"/>
                    <a:pt x="109" y="39"/>
                    <a:pt x="121" y="28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20"/>
                    <a:pt x="156" y="32"/>
                    <a:pt x="156" y="45"/>
                  </a:cubicBezTo>
                  <a:cubicBezTo>
                    <a:pt x="156" y="53"/>
                    <a:pt x="162" y="62"/>
                    <a:pt x="175" y="62"/>
                  </a:cubicBezTo>
                  <a:cubicBezTo>
                    <a:pt x="189" y="62"/>
                    <a:pt x="203" y="51"/>
                    <a:pt x="203" y="33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5"/>
                    <a:pt x="97" y="39"/>
                  </a:cubicBezTo>
                  <a:cubicBezTo>
                    <a:pt x="93" y="16"/>
                    <a:pt x="76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6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E7EB4E55-BC3C-D716-E5B3-6395F6E027A7}"/>
                </a:ext>
              </a:extLst>
            </p:cNvPr>
            <p:cNvSpPr>
              <a:spLocks/>
            </p:cNvSpPr>
            <p:nvPr>
              <p:custDataLst>
                <p:tags r:id="rId54"/>
              </p:custDataLst>
            </p:nvPr>
          </p:nvSpPr>
          <p:spPr bwMode="auto">
            <a:xfrm>
              <a:off x="9745663" y="6534151"/>
              <a:ext cx="115888" cy="168275"/>
            </a:xfrm>
            <a:custGeom>
              <a:avLst/>
              <a:gdLst>
                <a:gd name="T0" fmla="*/ 88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3 h 229"/>
                <a:gd name="T26" fmla="*/ 86 w 163"/>
                <a:gd name="T27" fmla="*/ 89 h 229"/>
                <a:gd name="T28" fmla="*/ 24 w 163"/>
                <a:gd name="T29" fmla="*/ 48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5 h 229"/>
                <a:gd name="T36" fmla="*/ 151 w 163"/>
                <a:gd name="T37" fmla="*/ 63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2 h 229"/>
                <a:gd name="T50" fmla="*/ 22 w 163"/>
                <a:gd name="T51" fmla="*/ 104 h 229"/>
                <a:gd name="T52" fmla="*/ 88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8" y="127"/>
                  </a:moveTo>
                  <a:cubicBezTo>
                    <a:pt x="99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3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9"/>
                    <a:pt x="142" y="113"/>
                  </a:cubicBezTo>
                  <a:cubicBezTo>
                    <a:pt x="126" y="97"/>
                    <a:pt x="107" y="93"/>
                    <a:pt x="86" y="89"/>
                  </a:cubicBezTo>
                  <a:cubicBezTo>
                    <a:pt x="58" y="83"/>
                    <a:pt x="24" y="77"/>
                    <a:pt x="24" y="48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5" y="10"/>
                    <a:pt x="137" y="55"/>
                    <a:pt x="138" y="70"/>
                  </a:cubicBezTo>
                  <a:cubicBezTo>
                    <a:pt x="139" y="75"/>
                    <a:pt x="143" y="75"/>
                    <a:pt x="144" y="75"/>
                  </a:cubicBezTo>
                  <a:cubicBezTo>
                    <a:pt x="151" y="75"/>
                    <a:pt x="151" y="72"/>
                    <a:pt x="151" y="63"/>
                  </a:cubicBezTo>
                  <a:lnTo>
                    <a:pt x="151" y="12"/>
                  </a:lnTo>
                  <a:cubicBezTo>
                    <a:pt x="151" y="4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3"/>
                    <a:pt x="127" y="14"/>
                  </a:cubicBezTo>
                  <a:cubicBezTo>
                    <a:pt x="108" y="0"/>
                    <a:pt x="88" y="0"/>
                    <a:pt x="80" y="0"/>
                  </a:cubicBezTo>
                  <a:cubicBezTo>
                    <a:pt x="19" y="0"/>
                    <a:pt x="0" y="34"/>
                    <a:pt x="0" y="62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2" y="120"/>
                    <a:pt x="88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AE6FED46-2CED-5701-3E7B-D1EF532C53A6}"/>
                </a:ext>
              </a:extLst>
            </p:cNvPr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9886950" y="6453188"/>
              <a:ext cx="74613" cy="244475"/>
            </a:xfrm>
            <a:custGeom>
              <a:avLst/>
              <a:gdLst>
                <a:gd name="T0" fmla="*/ 72 w 106"/>
                <a:gd name="T1" fmla="*/ 113 h 334"/>
                <a:gd name="T2" fmla="*/ 2 w 106"/>
                <a:gd name="T3" fmla="*/ 119 h 334"/>
                <a:gd name="T4" fmla="*/ 2 w 106"/>
                <a:gd name="T5" fmla="*/ 134 h 334"/>
                <a:gd name="T6" fmla="*/ 39 w 106"/>
                <a:gd name="T7" fmla="*/ 162 h 334"/>
                <a:gd name="T8" fmla="*/ 39 w 106"/>
                <a:gd name="T9" fmla="*/ 296 h 334"/>
                <a:gd name="T10" fmla="*/ 0 w 106"/>
                <a:gd name="T11" fmla="*/ 318 h 334"/>
                <a:gd name="T12" fmla="*/ 0 w 106"/>
                <a:gd name="T13" fmla="*/ 334 h 334"/>
                <a:gd name="T14" fmla="*/ 55 w 106"/>
                <a:gd name="T15" fmla="*/ 332 h 334"/>
                <a:gd name="T16" fmla="*/ 106 w 106"/>
                <a:gd name="T17" fmla="*/ 334 h 334"/>
                <a:gd name="T18" fmla="*/ 106 w 106"/>
                <a:gd name="T19" fmla="*/ 318 h 334"/>
                <a:gd name="T20" fmla="*/ 72 w 106"/>
                <a:gd name="T21" fmla="*/ 296 h 334"/>
                <a:gd name="T22" fmla="*/ 72 w 106"/>
                <a:gd name="T23" fmla="*/ 113 h 334"/>
                <a:gd name="T24" fmla="*/ 74 w 106"/>
                <a:gd name="T25" fmla="*/ 26 h 334"/>
                <a:gd name="T26" fmla="*/ 47 w 106"/>
                <a:gd name="T27" fmla="*/ 0 h 334"/>
                <a:gd name="T28" fmla="*/ 21 w 106"/>
                <a:gd name="T29" fmla="*/ 26 h 334"/>
                <a:gd name="T30" fmla="*/ 47 w 106"/>
                <a:gd name="T31" fmla="*/ 53 h 334"/>
                <a:gd name="T32" fmla="*/ 74 w 106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2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89" y="333"/>
                    <a:pt x="106" y="334"/>
                  </a:cubicBezTo>
                  <a:lnTo>
                    <a:pt x="106" y="318"/>
                  </a:lnTo>
                  <a:cubicBezTo>
                    <a:pt x="74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4" y="26"/>
                  </a:moveTo>
                  <a:cubicBezTo>
                    <a:pt x="74" y="11"/>
                    <a:pt x="61" y="0"/>
                    <a:pt x="47" y="0"/>
                  </a:cubicBezTo>
                  <a:cubicBezTo>
                    <a:pt x="32" y="0"/>
                    <a:pt x="21" y="14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4" y="42"/>
                    <a:pt x="74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7" name="Freeform 39 2">
              <a:extLst>
                <a:ext uri="{FF2B5EF4-FFF2-40B4-BE49-F238E27FC236}">
                  <a16:creationId xmlns:a16="http://schemas.microsoft.com/office/drawing/2014/main" id="{F5DEAA4C-08E2-FAF7-0BC9-199F3E0E9A49}"/>
                </a:ext>
              </a:extLst>
            </p:cNvPr>
            <p:cNvSpPr>
              <a:spLocks/>
            </p:cNvSpPr>
            <p:nvPr>
              <p:custDataLst>
                <p:tags r:id="rId56"/>
              </p:custDataLst>
            </p:nvPr>
          </p:nvSpPr>
          <p:spPr bwMode="auto">
            <a:xfrm>
              <a:off x="9985375" y="6535738"/>
              <a:ext cx="179388" cy="161925"/>
            </a:xfrm>
            <a:custGeom>
              <a:avLst/>
              <a:gdLst>
                <a:gd name="T0" fmla="*/ 39 w 250"/>
                <a:gd name="T1" fmla="*/ 49 h 221"/>
                <a:gd name="T2" fmla="*/ 39 w 250"/>
                <a:gd name="T3" fmla="*/ 183 h 221"/>
                <a:gd name="T4" fmla="*/ 0 w 250"/>
                <a:gd name="T5" fmla="*/ 205 h 221"/>
                <a:gd name="T6" fmla="*/ 0 w 250"/>
                <a:gd name="T7" fmla="*/ 221 h 221"/>
                <a:gd name="T8" fmla="*/ 56 w 250"/>
                <a:gd name="T9" fmla="*/ 219 h 221"/>
                <a:gd name="T10" fmla="*/ 112 w 250"/>
                <a:gd name="T11" fmla="*/ 221 h 221"/>
                <a:gd name="T12" fmla="*/ 112 w 250"/>
                <a:gd name="T13" fmla="*/ 205 h 221"/>
                <a:gd name="T14" fmla="*/ 73 w 250"/>
                <a:gd name="T15" fmla="*/ 183 h 221"/>
                <a:gd name="T16" fmla="*/ 73 w 250"/>
                <a:gd name="T17" fmla="*/ 91 h 221"/>
                <a:gd name="T18" fmla="*/ 140 w 250"/>
                <a:gd name="T19" fmla="*/ 11 h 221"/>
                <a:gd name="T20" fmla="*/ 177 w 250"/>
                <a:gd name="T21" fmla="*/ 67 h 221"/>
                <a:gd name="T22" fmla="*/ 177 w 250"/>
                <a:gd name="T23" fmla="*/ 183 h 221"/>
                <a:gd name="T24" fmla="*/ 138 w 250"/>
                <a:gd name="T25" fmla="*/ 205 h 221"/>
                <a:gd name="T26" fmla="*/ 138 w 250"/>
                <a:gd name="T27" fmla="*/ 221 h 221"/>
                <a:gd name="T28" fmla="*/ 195 w 250"/>
                <a:gd name="T29" fmla="*/ 219 h 221"/>
                <a:gd name="T30" fmla="*/ 250 w 250"/>
                <a:gd name="T31" fmla="*/ 221 h 221"/>
                <a:gd name="T32" fmla="*/ 250 w 250"/>
                <a:gd name="T33" fmla="*/ 205 h 221"/>
                <a:gd name="T34" fmla="*/ 212 w 250"/>
                <a:gd name="T35" fmla="*/ 190 h 221"/>
                <a:gd name="T36" fmla="*/ 212 w 250"/>
                <a:gd name="T37" fmla="*/ 95 h 221"/>
                <a:gd name="T38" fmla="*/ 196 w 250"/>
                <a:gd name="T39" fmla="*/ 19 h 221"/>
                <a:gd name="T40" fmla="*/ 144 w 250"/>
                <a:gd name="T41" fmla="*/ 0 h 221"/>
                <a:gd name="T42" fmla="*/ 70 w 250"/>
                <a:gd name="T43" fmla="*/ 53 h 221"/>
                <a:gd name="T44" fmla="*/ 70 w 250"/>
                <a:gd name="T45" fmla="*/ 0 h 221"/>
                <a:gd name="T46" fmla="*/ 0 w 250"/>
                <a:gd name="T47" fmla="*/ 6 h 221"/>
                <a:gd name="T48" fmla="*/ 0 w 250"/>
                <a:gd name="T49" fmla="*/ 21 h 221"/>
                <a:gd name="T50" fmla="*/ 39 w 250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0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9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8" y="11"/>
                    <a:pt x="140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8" y="205"/>
                  </a:cubicBezTo>
                  <a:lnTo>
                    <a:pt x="138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3" y="220"/>
                    <a:pt x="250" y="221"/>
                  </a:cubicBezTo>
                  <a:lnTo>
                    <a:pt x="250" y="205"/>
                  </a:lnTo>
                  <a:cubicBezTo>
                    <a:pt x="225" y="205"/>
                    <a:pt x="212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7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318028EC-00E9-E145-303B-394FD578AA93}"/>
                </a:ext>
              </a:extLst>
            </p:cNvPr>
            <p:cNvSpPr>
              <a:spLocks noEditPoints="1"/>
            </p:cNvSpPr>
            <p:nvPr>
              <p:custDataLst>
                <p:tags r:id="rId57"/>
              </p:custDataLst>
            </p:nvPr>
          </p:nvSpPr>
          <p:spPr bwMode="auto">
            <a:xfrm>
              <a:off x="10245725" y="6440488"/>
              <a:ext cx="147638" cy="261938"/>
            </a:xfrm>
            <a:custGeom>
              <a:avLst/>
              <a:gdLst>
                <a:gd name="T0" fmla="*/ 206 w 206"/>
                <a:gd name="T1" fmla="*/ 102 h 357"/>
                <a:gd name="T2" fmla="*/ 146 w 206"/>
                <a:gd name="T3" fmla="*/ 0 h 357"/>
                <a:gd name="T4" fmla="*/ 0 w 206"/>
                <a:gd name="T5" fmla="*/ 255 h 357"/>
                <a:gd name="T6" fmla="*/ 60 w 206"/>
                <a:gd name="T7" fmla="*/ 357 h 357"/>
                <a:gd name="T8" fmla="*/ 206 w 206"/>
                <a:gd name="T9" fmla="*/ 102 h 357"/>
                <a:gd name="T10" fmla="*/ 53 w 206"/>
                <a:gd name="T11" fmla="*/ 171 h 357"/>
                <a:gd name="T12" fmla="*/ 92 w 206"/>
                <a:gd name="T13" fmla="*/ 63 h 357"/>
                <a:gd name="T14" fmla="*/ 146 w 206"/>
                <a:gd name="T15" fmla="*/ 11 h 357"/>
                <a:gd name="T16" fmla="*/ 173 w 206"/>
                <a:gd name="T17" fmla="*/ 71 h 357"/>
                <a:gd name="T18" fmla="*/ 157 w 206"/>
                <a:gd name="T19" fmla="*/ 171 h 357"/>
                <a:gd name="T20" fmla="*/ 53 w 206"/>
                <a:gd name="T21" fmla="*/ 171 h 357"/>
                <a:gd name="T22" fmla="*/ 153 w 206"/>
                <a:gd name="T23" fmla="*/ 187 h 357"/>
                <a:gd name="T24" fmla="*/ 118 w 206"/>
                <a:gd name="T25" fmla="*/ 288 h 357"/>
                <a:gd name="T26" fmla="*/ 60 w 206"/>
                <a:gd name="T27" fmla="*/ 346 h 357"/>
                <a:gd name="T28" fmla="*/ 33 w 206"/>
                <a:gd name="T29" fmla="*/ 285 h 357"/>
                <a:gd name="T30" fmla="*/ 49 w 206"/>
                <a:gd name="T31" fmla="*/ 187 h 357"/>
                <a:gd name="T32" fmla="*/ 153 w 206"/>
                <a:gd name="T33" fmla="*/ 18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6" h="357">
                  <a:moveTo>
                    <a:pt x="206" y="102"/>
                  </a:moveTo>
                  <a:cubicBezTo>
                    <a:pt x="206" y="69"/>
                    <a:pt x="197" y="0"/>
                    <a:pt x="146" y="0"/>
                  </a:cubicBezTo>
                  <a:cubicBezTo>
                    <a:pt x="77" y="0"/>
                    <a:pt x="0" y="141"/>
                    <a:pt x="0" y="255"/>
                  </a:cubicBezTo>
                  <a:cubicBezTo>
                    <a:pt x="0" y="302"/>
                    <a:pt x="15" y="357"/>
                    <a:pt x="60" y="357"/>
                  </a:cubicBezTo>
                  <a:cubicBezTo>
                    <a:pt x="131" y="357"/>
                    <a:pt x="206" y="214"/>
                    <a:pt x="206" y="102"/>
                  </a:cubicBezTo>
                  <a:close/>
                  <a:moveTo>
                    <a:pt x="53" y="171"/>
                  </a:moveTo>
                  <a:cubicBezTo>
                    <a:pt x="62" y="139"/>
                    <a:pt x="72" y="99"/>
                    <a:pt x="92" y="63"/>
                  </a:cubicBezTo>
                  <a:cubicBezTo>
                    <a:pt x="105" y="39"/>
                    <a:pt x="124" y="11"/>
                    <a:pt x="146" y="11"/>
                  </a:cubicBezTo>
                  <a:cubicBezTo>
                    <a:pt x="170" y="11"/>
                    <a:pt x="173" y="43"/>
                    <a:pt x="173" y="71"/>
                  </a:cubicBezTo>
                  <a:cubicBezTo>
                    <a:pt x="173" y="96"/>
                    <a:pt x="169" y="121"/>
                    <a:pt x="157" y="171"/>
                  </a:cubicBezTo>
                  <a:lnTo>
                    <a:pt x="53" y="171"/>
                  </a:lnTo>
                  <a:close/>
                  <a:moveTo>
                    <a:pt x="153" y="187"/>
                  </a:moveTo>
                  <a:cubicBezTo>
                    <a:pt x="147" y="210"/>
                    <a:pt x="137" y="252"/>
                    <a:pt x="118" y="288"/>
                  </a:cubicBezTo>
                  <a:cubicBezTo>
                    <a:pt x="101" y="322"/>
                    <a:pt x="82" y="346"/>
                    <a:pt x="60" y="346"/>
                  </a:cubicBezTo>
                  <a:cubicBezTo>
                    <a:pt x="44" y="346"/>
                    <a:pt x="33" y="332"/>
                    <a:pt x="33" y="285"/>
                  </a:cubicBezTo>
                  <a:cubicBezTo>
                    <a:pt x="33" y="264"/>
                    <a:pt x="36" y="236"/>
                    <a:pt x="49" y="187"/>
                  </a:cubicBezTo>
                  <a:lnTo>
                    <a:pt x="153" y="18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79" name="グループ化 78" descr="\documentclass{article}&#10;\usepackage{amsmath,bm}&#10;\pagestyle{empty}&#10;\begin{document}&#10;&#10;$p^2 + 2pq + q^2 = 1$&#10;&#10;&#10;\end{document}" title="IguanaTex Vector Display">
            <a:extLst>
              <a:ext uri="{FF2B5EF4-FFF2-40B4-BE49-F238E27FC236}">
                <a16:creationId xmlns:a16="http://schemas.microsoft.com/office/drawing/2014/main" id="{7FCD811B-4CC0-0E69-AD3A-FDF0C5E911BD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6168231" y="5445331"/>
            <a:ext cx="2679701" cy="347662"/>
            <a:chOff x="6908800" y="6396038"/>
            <a:chExt cx="2679701" cy="347662"/>
          </a:xfrm>
        </p:grpSpPr>
        <p:sp>
          <p:nvSpPr>
            <p:cNvPr id="80" name="Freeform 24 2">
              <a:extLst>
                <a:ext uri="{FF2B5EF4-FFF2-40B4-BE49-F238E27FC236}">
                  <a16:creationId xmlns:a16="http://schemas.microsoft.com/office/drawing/2014/main" id="{E1C612A9-D64D-3C15-B8AF-E4F8BF613163}"/>
                </a:ext>
              </a:extLst>
            </p:cNvPr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6908800" y="6527800"/>
              <a:ext cx="184150" cy="215900"/>
            </a:xfrm>
            <a:custGeom>
              <a:avLst/>
              <a:gdLst>
                <a:gd name="T0" fmla="*/ 38 w 260"/>
                <a:gd name="T1" fmla="*/ 282 h 318"/>
                <a:gd name="T2" fmla="*/ 11 w 260"/>
                <a:gd name="T3" fmla="*/ 302 h 318"/>
                <a:gd name="T4" fmla="*/ 0 w 260"/>
                <a:gd name="T5" fmla="*/ 312 h 318"/>
                <a:gd name="T6" fmla="*/ 6 w 260"/>
                <a:gd name="T7" fmla="*/ 318 h 318"/>
                <a:gd name="T8" fmla="*/ 48 w 260"/>
                <a:gd name="T9" fmla="*/ 316 h 318"/>
                <a:gd name="T10" fmla="*/ 98 w 260"/>
                <a:gd name="T11" fmla="*/ 318 h 318"/>
                <a:gd name="T12" fmla="*/ 107 w 260"/>
                <a:gd name="T13" fmla="*/ 308 h 318"/>
                <a:gd name="T14" fmla="*/ 95 w 260"/>
                <a:gd name="T15" fmla="*/ 302 h 318"/>
                <a:gd name="T16" fmla="*/ 70 w 260"/>
                <a:gd name="T17" fmla="*/ 294 h 318"/>
                <a:gd name="T18" fmla="*/ 94 w 260"/>
                <a:gd name="T19" fmla="*/ 194 h 318"/>
                <a:gd name="T20" fmla="*/ 140 w 260"/>
                <a:gd name="T21" fmla="*/ 226 h 318"/>
                <a:gd name="T22" fmla="*/ 260 w 260"/>
                <a:gd name="T23" fmla="*/ 80 h 318"/>
                <a:gd name="T24" fmla="*/ 194 w 260"/>
                <a:gd name="T25" fmla="*/ 0 h 318"/>
                <a:gd name="T26" fmla="*/ 129 w 260"/>
                <a:gd name="T27" fmla="*/ 38 h 318"/>
                <a:gd name="T28" fmla="*/ 84 w 260"/>
                <a:gd name="T29" fmla="*/ 0 h 318"/>
                <a:gd name="T30" fmla="*/ 47 w 260"/>
                <a:gd name="T31" fmla="*/ 29 h 318"/>
                <a:gd name="T32" fmla="*/ 31 w 260"/>
                <a:gd name="T33" fmla="*/ 77 h 318"/>
                <a:gd name="T34" fmla="*/ 37 w 260"/>
                <a:gd name="T35" fmla="*/ 82 h 318"/>
                <a:gd name="T36" fmla="*/ 46 w 260"/>
                <a:gd name="T37" fmla="*/ 71 h 318"/>
                <a:gd name="T38" fmla="*/ 82 w 260"/>
                <a:gd name="T39" fmla="*/ 11 h 318"/>
                <a:gd name="T40" fmla="*/ 98 w 260"/>
                <a:gd name="T41" fmla="*/ 34 h 318"/>
                <a:gd name="T42" fmla="*/ 94 w 260"/>
                <a:gd name="T43" fmla="*/ 60 h 318"/>
                <a:gd name="T44" fmla="*/ 38 w 260"/>
                <a:gd name="T45" fmla="*/ 282 h 318"/>
                <a:gd name="T46" fmla="*/ 126 w 260"/>
                <a:gd name="T47" fmla="*/ 65 h 318"/>
                <a:gd name="T48" fmla="*/ 152 w 260"/>
                <a:gd name="T49" fmla="*/ 30 h 318"/>
                <a:gd name="T50" fmla="*/ 192 w 260"/>
                <a:gd name="T51" fmla="*/ 11 h 318"/>
                <a:gd name="T52" fmla="*/ 224 w 260"/>
                <a:gd name="T53" fmla="*/ 58 h 318"/>
                <a:gd name="T54" fmla="*/ 199 w 260"/>
                <a:gd name="T55" fmla="*/ 164 h 318"/>
                <a:gd name="T56" fmla="*/ 139 w 260"/>
                <a:gd name="T57" fmla="*/ 215 h 318"/>
                <a:gd name="T58" fmla="*/ 100 w 260"/>
                <a:gd name="T59" fmla="*/ 171 h 318"/>
                <a:gd name="T60" fmla="*/ 102 w 260"/>
                <a:gd name="T61" fmla="*/ 163 h 318"/>
                <a:gd name="T62" fmla="*/ 126 w 260"/>
                <a:gd name="T63" fmla="*/ 6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0" h="318">
                  <a:moveTo>
                    <a:pt x="38" y="282"/>
                  </a:moveTo>
                  <a:cubicBezTo>
                    <a:pt x="34" y="299"/>
                    <a:pt x="33" y="302"/>
                    <a:pt x="11" y="302"/>
                  </a:cubicBezTo>
                  <a:cubicBezTo>
                    <a:pt x="5" y="302"/>
                    <a:pt x="0" y="302"/>
                    <a:pt x="0" y="312"/>
                  </a:cubicBezTo>
                  <a:cubicBezTo>
                    <a:pt x="0" y="316"/>
                    <a:pt x="2" y="318"/>
                    <a:pt x="6" y="318"/>
                  </a:cubicBezTo>
                  <a:cubicBezTo>
                    <a:pt x="20" y="318"/>
                    <a:pt x="34" y="316"/>
                    <a:pt x="48" y="316"/>
                  </a:cubicBezTo>
                  <a:cubicBezTo>
                    <a:pt x="65" y="316"/>
                    <a:pt x="82" y="318"/>
                    <a:pt x="98" y="318"/>
                  </a:cubicBezTo>
                  <a:cubicBezTo>
                    <a:pt x="100" y="318"/>
                    <a:pt x="107" y="318"/>
                    <a:pt x="107" y="308"/>
                  </a:cubicBezTo>
                  <a:cubicBezTo>
                    <a:pt x="107" y="302"/>
                    <a:pt x="102" y="302"/>
                    <a:pt x="95" y="302"/>
                  </a:cubicBezTo>
                  <a:cubicBezTo>
                    <a:pt x="70" y="302"/>
                    <a:pt x="70" y="299"/>
                    <a:pt x="70" y="294"/>
                  </a:cubicBezTo>
                  <a:cubicBezTo>
                    <a:pt x="70" y="288"/>
                    <a:pt x="91" y="207"/>
                    <a:pt x="94" y="194"/>
                  </a:cubicBezTo>
                  <a:cubicBezTo>
                    <a:pt x="101" y="209"/>
                    <a:pt x="115" y="226"/>
                    <a:pt x="140" y="226"/>
                  </a:cubicBezTo>
                  <a:cubicBezTo>
                    <a:pt x="198" y="226"/>
                    <a:pt x="260" y="154"/>
                    <a:pt x="260" y="80"/>
                  </a:cubicBezTo>
                  <a:cubicBezTo>
                    <a:pt x="260" y="33"/>
                    <a:pt x="232" y="0"/>
                    <a:pt x="194" y="0"/>
                  </a:cubicBezTo>
                  <a:cubicBezTo>
                    <a:pt x="169" y="0"/>
                    <a:pt x="145" y="18"/>
                    <a:pt x="129" y="38"/>
                  </a:cubicBezTo>
                  <a:cubicBezTo>
                    <a:pt x="124" y="11"/>
                    <a:pt x="102" y="0"/>
                    <a:pt x="84" y="0"/>
                  </a:cubicBezTo>
                  <a:cubicBezTo>
                    <a:pt x="61" y="0"/>
                    <a:pt x="51" y="20"/>
                    <a:pt x="47" y="29"/>
                  </a:cubicBezTo>
                  <a:cubicBezTo>
                    <a:pt x="38" y="46"/>
                    <a:pt x="31" y="76"/>
                    <a:pt x="31" y="77"/>
                  </a:cubicBezTo>
                  <a:cubicBezTo>
                    <a:pt x="31" y="82"/>
                    <a:pt x="36" y="82"/>
                    <a:pt x="37" y="82"/>
                  </a:cubicBezTo>
                  <a:cubicBezTo>
                    <a:pt x="42" y="82"/>
                    <a:pt x="43" y="82"/>
                    <a:pt x="46" y="71"/>
                  </a:cubicBezTo>
                  <a:cubicBezTo>
                    <a:pt x="54" y="35"/>
                    <a:pt x="64" y="11"/>
                    <a:pt x="82" y="11"/>
                  </a:cubicBezTo>
                  <a:cubicBezTo>
                    <a:pt x="91" y="11"/>
                    <a:pt x="98" y="15"/>
                    <a:pt x="98" y="34"/>
                  </a:cubicBezTo>
                  <a:cubicBezTo>
                    <a:pt x="98" y="46"/>
                    <a:pt x="96" y="51"/>
                    <a:pt x="94" y="60"/>
                  </a:cubicBezTo>
                  <a:lnTo>
                    <a:pt x="38" y="282"/>
                  </a:lnTo>
                  <a:close/>
                  <a:moveTo>
                    <a:pt x="126" y="65"/>
                  </a:moveTo>
                  <a:cubicBezTo>
                    <a:pt x="130" y="52"/>
                    <a:pt x="143" y="38"/>
                    <a:pt x="152" y="30"/>
                  </a:cubicBezTo>
                  <a:cubicBezTo>
                    <a:pt x="169" y="15"/>
                    <a:pt x="184" y="11"/>
                    <a:pt x="192" y="11"/>
                  </a:cubicBezTo>
                  <a:cubicBezTo>
                    <a:pt x="212" y="11"/>
                    <a:pt x="224" y="29"/>
                    <a:pt x="224" y="58"/>
                  </a:cubicBezTo>
                  <a:cubicBezTo>
                    <a:pt x="224" y="88"/>
                    <a:pt x="208" y="145"/>
                    <a:pt x="199" y="164"/>
                  </a:cubicBezTo>
                  <a:cubicBezTo>
                    <a:pt x="182" y="199"/>
                    <a:pt x="158" y="215"/>
                    <a:pt x="139" y="215"/>
                  </a:cubicBezTo>
                  <a:cubicBezTo>
                    <a:pt x="107" y="215"/>
                    <a:pt x="100" y="174"/>
                    <a:pt x="100" y="171"/>
                  </a:cubicBezTo>
                  <a:cubicBezTo>
                    <a:pt x="100" y="170"/>
                    <a:pt x="100" y="169"/>
                    <a:pt x="102" y="163"/>
                  </a:cubicBezTo>
                  <a:lnTo>
                    <a:pt x="126" y="6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1" name="Freeform 25 2">
              <a:extLst>
                <a:ext uri="{FF2B5EF4-FFF2-40B4-BE49-F238E27FC236}">
                  <a16:creationId xmlns:a16="http://schemas.microsoft.com/office/drawing/2014/main" id="{B44F4ED9-0565-CA6C-12D5-B45196AFFCC2}"/>
                </a:ext>
              </a:extLst>
            </p:cNvPr>
            <p:cNvSpPr>
              <a:spLocks/>
            </p:cNvSpPr>
            <p:nvPr>
              <p:custDataLst>
                <p:tags r:id="rId38"/>
              </p:custDataLst>
            </p:nvPr>
          </p:nvSpPr>
          <p:spPr bwMode="auto">
            <a:xfrm>
              <a:off x="7113588" y="6396038"/>
              <a:ext cx="109538" cy="158750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3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8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7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8" y="82"/>
                  </a:cubicBezTo>
                  <a:cubicBezTo>
                    <a:pt x="26" y="82"/>
                    <a:pt x="37" y="76"/>
                    <a:pt x="37" y="64"/>
                  </a:cubicBezTo>
                  <a:cubicBezTo>
                    <a:pt x="37" y="57"/>
                    <a:pt x="34" y="45"/>
                    <a:pt x="16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8" y="123"/>
                    <a:pt x="87" y="135"/>
                  </a:cubicBezTo>
                  <a:lnTo>
                    <a:pt x="3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2" name="Freeform 26 2">
              <a:extLst>
                <a:ext uri="{FF2B5EF4-FFF2-40B4-BE49-F238E27FC236}">
                  <a16:creationId xmlns:a16="http://schemas.microsoft.com/office/drawing/2014/main" id="{57349CB5-3199-AA68-4E0B-AC1F25CD49AB}"/>
                </a:ext>
              </a:extLst>
            </p:cNvPr>
            <p:cNvSpPr>
              <a:spLocks/>
            </p:cNvSpPr>
            <p:nvPr>
              <p:custDataLst>
                <p:tags r:id="rId39"/>
              </p:custDataLst>
            </p:nvPr>
          </p:nvSpPr>
          <p:spPr bwMode="auto">
            <a:xfrm>
              <a:off x="7354888" y="6478588"/>
              <a:ext cx="234950" cy="227012"/>
            </a:xfrm>
            <a:custGeom>
              <a:avLst/>
              <a:gdLst>
                <a:gd name="T0" fmla="*/ 175 w 331"/>
                <a:gd name="T1" fmla="*/ 176 h 332"/>
                <a:gd name="T2" fmla="*/ 315 w 331"/>
                <a:gd name="T3" fmla="*/ 176 h 332"/>
                <a:gd name="T4" fmla="*/ 331 w 331"/>
                <a:gd name="T5" fmla="*/ 166 h 332"/>
                <a:gd name="T6" fmla="*/ 315 w 331"/>
                <a:gd name="T7" fmla="*/ 156 h 332"/>
                <a:gd name="T8" fmla="*/ 175 w 331"/>
                <a:gd name="T9" fmla="*/ 156 h 332"/>
                <a:gd name="T10" fmla="*/ 175 w 331"/>
                <a:gd name="T11" fmla="*/ 17 h 332"/>
                <a:gd name="T12" fmla="*/ 166 w 331"/>
                <a:gd name="T13" fmla="*/ 0 h 332"/>
                <a:gd name="T14" fmla="*/ 156 w 331"/>
                <a:gd name="T15" fmla="*/ 17 h 332"/>
                <a:gd name="T16" fmla="*/ 156 w 331"/>
                <a:gd name="T17" fmla="*/ 156 h 332"/>
                <a:gd name="T18" fmla="*/ 16 w 331"/>
                <a:gd name="T19" fmla="*/ 156 h 332"/>
                <a:gd name="T20" fmla="*/ 0 w 331"/>
                <a:gd name="T21" fmla="*/ 166 h 332"/>
                <a:gd name="T22" fmla="*/ 16 w 331"/>
                <a:gd name="T23" fmla="*/ 176 h 332"/>
                <a:gd name="T24" fmla="*/ 156 w 331"/>
                <a:gd name="T25" fmla="*/ 176 h 332"/>
                <a:gd name="T26" fmla="*/ 156 w 331"/>
                <a:gd name="T27" fmla="*/ 316 h 332"/>
                <a:gd name="T28" fmla="*/ 166 w 331"/>
                <a:gd name="T29" fmla="*/ 332 h 332"/>
                <a:gd name="T30" fmla="*/ 175 w 331"/>
                <a:gd name="T31" fmla="*/ 316 h 332"/>
                <a:gd name="T32" fmla="*/ 175 w 331"/>
                <a:gd name="T33" fmla="*/ 17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1" h="332">
                  <a:moveTo>
                    <a:pt x="175" y="176"/>
                  </a:moveTo>
                  <a:lnTo>
                    <a:pt x="315" y="176"/>
                  </a:lnTo>
                  <a:cubicBezTo>
                    <a:pt x="322" y="176"/>
                    <a:pt x="331" y="176"/>
                    <a:pt x="331" y="166"/>
                  </a:cubicBezTo>
                  <a:cubicBezTo>
                    <a:pt x="331" y="156"/>
                    <a:pt x="322" y="156"/>
                    <a:pt x="315" y="156"/>
                  </a:cubicBezTo>
                  <a:lnTo>
                    <a:pt x="175" y="156"/>
                  </a:lnTo>
                  <a:lnTo>
                    <a:pt x="175" y="17"/>
                  </a:lnTo>
                  <a:cubicBezTo>
                    <a:pt x="175" y="10"/>
                    <a:pt x="175" y="0"/>
                    <a:pt x="166" y="0"/>
                  </a:cubicBezTo>
                  <a:cubicBezTo>
                    <a:pt x="156" y="0"/>
                    <a:pt x="156" y="10"/>
                    <a:pt x="156" y="17"/>
                  </a:cubicBezTo>
                  <a:lnTo>
                    <a:pt x="156" y="156"/>
                  </a:lnTo>
                  <a:lnTo>
                    <a:pt x="16" y="156"/>
                  </a:lnTo>
                  <a:cubicBezTo>
                    <a:pt x="9" y="156"/>
                    <a:pt x="0" y="156"/>
                    <a:pt x="0" y="166"/>
                  </a:cubicBezTo>
                  <a:cubicBezTo>
                    <a:pt x="0" y="176"/>
                    <a:pt x="9" y="176"/>
                    <a:pt x="16" y="176"/>
                  </a:cubicBezTo>
                  <a:lnTo>
                    <a:pt x="156" y="176"/>
                  </a:lnTo>
                  <a:lnTo>
                    <a:pt x="156" y="316"/>
                  </a:lnTo>
                  <a:cubicBezTo>
                    <a:pt x="156" y="323"/>
                    <a:pt x="156" y="332"/>
                    <a:pt x="166" y="332"/>
                  </a:cubicBezTo>
                  <a:cubicBezTo>
                    <a:pt x="175" y="332"/>
                    <a:pt x="175" y="323"/>
                    <a:pt x="175" y="316"/>
                  </a:cubicBezTo>
                  <a:lnTo>
                    <a:pt x="175" y="17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3" name="Freeform 27 2">
              <a:extLst>
                <a:ext uri="{FF2B5EF4-FFF2-40B4-BE49-F238E27FC236}">
                  <a16:creationId xmlns:a16="http://schemas.microsoft.com/office/drawing/2014/main" id="{4FD3E127-4DDB-0038-4228-6D0E38EFEE91}"/>
                </a:ext>
              </a:extLst>
            </p:cNvPr>
            <p:cNvSpPr>
              <a:spLocks/>
            </p:cNvSpPr>
            <p:nvPr>
              <p:custDataLst>
                <p:tags r:id="rId40"/>
              </p:custDataLst>
            </p:nvPr>
          </p:nvSpPr>
          <p:spPr bwMode="auto">
            <a:xfrm>
              <a:off x="7705725" y="6451600"/>
              <a:ext cx="139700" cy="227012"/>
            </a:xfrm>
            <a:custGeom>
              <a:avLst/>
              <a:gdLst>
                <a:gd name="T0" fmla="*/ 38 w 199"/>
                <a:gd name="T1" fmla="*/ 293 h 332"/>
                <a:gd name="T2" fmla="*/ 91 w 199"/>
                <a:gd name="T3" fmla="*/ 242 h 332"/>
                <a:gd name="T4" fmla="*/ 199 w 199"/>
                <a:gd name="T5" fmla="*/ 96 h 332"/>
                <a:gd name="T6" fmla="*/ 93 w 199"/>
                <a:gd name="T7" fmla="*/ 0 h 332"/>
                <a:gd name="T8" fmla="*/ 0 w 199"/>
                <a:gd name="T9" fmla="*/ 90 h 332"/>
                <a:gd name="T10" fmla="*/ 26 w 199"/>
                <a:gd name="T11" fmla="*/ 118 h 332"/>
                <a:gd name="T12" fmla="*/ 52 w 199"/>
                <a:gd name="T13" fmla="*/ 91 h 332"/>
                <a:gd name="T14" fmla="*/ 26 w 199"/>
                <a:gd name="T15" fmla="*/ 66 h 332"/>
                <a:gd name="T16" fmla="*/ 19 w 199"/>
                <a:gd name="T17" fmla="*/ 66 h 332"/>
                <a:gd name="T18" fmla="*/ 87 w 199"/>
                <a:gd name="T19" fmla="*/ 15 h 332"/>
                <a:gd name="T20" fmla="*/ 153 w 199"/>
                <a:gd name="T21" fmla="*/ 96 h 332"/>
                <a:gd name="T22" fmla="*/ 101 w 199"/>
                <a:gd name="T23" fmla="*/ 207 h 332"/>
                <a:gd name="T24" fmla="*/ 5 w 199"/>
                <a:gd name="T25" fmla="*/ 313 h 332"/>
                <a:gd name="T26" fmla="*/ 0 w 199"/>
                <a:gd name="T27" fmla="*/ 332 h 332"/>
                <a:gd name="T28" fmla="*/ 185 w 199"/>
                <a:gd name="T29" fmla="*/ 332 h 332"/>
                <a:gd name="T30" fmla="*/ 199 w 199"/>
                <a:gd name="T31" fmla="*/ 245 h 332"/>
                <a:gd name="T32" fmla="*/ 186 w 199"/>
                <a:gd name="T33" fmla="*/ 245 h 332"/>
                <a:gd name="T34" fmla="*/ 175 w 199"/>
                <a:gd name="T35" fmla="*/ 289 h 332"/>
                <a:gd name="T36" fmla="*/ 128 w 199"/>
                <a:gd name="T37" fmla="*/ 293 h 332"/>
                <a:gd name="T38" fmla="*/ 38 w 199"/>
                <a:gd name="T39" fmla="*/ 29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9" h="332">
                  <a:moveTo>
                    <a:pt x="38" y="293"/>
                  </a:moveTo>
                  <a:lnTo>
                    <a:pt x="91" y="242"/>
                  </a:lnTo>
                  <a:cubicBezTo>
                    <a:pt x="169" y="173"/>
                    <a:pt x="199" y="146"/>
                    <a:pt x="199" y="96"/>
                  </a:cubicBezTo>
                  <a:cubicBezTo>
                    <a:pt x="199" y="40"/>
                    <a:pt x="154" y="0"/>
                    <a:pt x="93" y="0"/>
                  </a:cubicBezTo>
                  <a:cubicBezTo>
                    <a:pt x="37" y="0"/>
                    <a:pt x="0" y="46"/>
                    <a:pt x="0" y="90"/>
                  </a:cubicBezTo>
                  <a:cubicBezTo>
                    <a:pt x="0" y="118"/>
                    <a:pt x="25" y="118"/>
                    <a:pt x="26" y="118"/>
                  </a:cubicBezTo>
                  <a:cubicBezTo>
                    <a:pt x="35" y="118"/>
                    <a:pt x="52" y="112"/>
                    <a:pt x="52" y="91"/>
                  </a:cubicBezTo>
                  <a:cubicBezTo>
                    <a:pt x="52" y="79"/>
                    <a:pt x="43" y="66"/>
                    <a:pt x="26" y="66"/>
                  </a:cubicBezTo>
                  <a:cubicBezTo>
                    <a:pt x="22" y="66"/>
                    <a:pt x="21" y="66"/>
                    <a:pt x="19" y="66"/>
                  </a:cubicBezTo>
                  <a:cubicBezTo>
                    <a:pt x="31" y="34"/>
                    <a:pt x="58" y="15"/>
                    <a:pt x="87" y="15"/>
                  </a:cubicBezTo>
                  <a:cubicBezTo>
                    <a:pt x="132" y="15"/>
                    <a:pt x="153" y="56"/>
                    <a:pt x="153" y="96"/>
                  </a:cubicBezTo>
                  <a:cubicBezTo>
                    <a:pt x="153" y="136"/>
                    <a:pt x="128" y="176"/>
                    <a:pt x="101" y="207"/>
                  </a:cubicBezTo>
                  <a:lnTo>
                    <a:pt x="5" y="313"/>
                  </a:lnTo>
                  <a:cubicBezTo>
                    <a:pt x="0" y="319"/>
                    <a:pt x="0" y="320"/>
                    <a:pt x="0" y="332"/>
                  </a:cubicBezTo>
                  <a:lnTo>
                    <a:pt x="185" y="332"/>
                  </a:lnTo>
                  <a:lnTo>
                    <a:pt x="199" y="245"/>
                  </a:lnTo>
                  <a:lnTo>
                    <a:pt x="186" y="245"/>
                  </a:lnTo>
                  <a:cubicBezTo>
                    <a:pt x="184" y="260"/>
                    <a:pt x="180" y="282"/>
                    <a:pt x="175" y="289"/>
                  </a:cubicBezTo>
                  <a:cubicBezTo>
                    <a:pt x="172" y="293"/>
                    <a:pt x="139" y="293"/>
                    <a:pt x="128" y="293"/>
                  </a:cubicBezTo>
                  <a:lnTo>
                    <a:pt x="38" y="29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4" name="Freeform 28 2">
              <a:extLst>
                <a:ext uri="{FF2B5EF4-FFF2-40B4-BE49-F238E27FC236}">
                  <a16:creationId xmlns:a16="http://schemas.microsoft.com/office/drawing/2014/main" id="{5F1238CC-DFC5-5455-85E4-8FC765698A56}"/>
                </a:ext>
              </a:extLst>
            </p:cNvPr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7851775" y="6527800"/>
              <a:ext cx="184150" cy="215900"/>
            </a:xfrm>
            <a:custGeom>
              <a:avLst/>
              <a:gdLst>
                <a:gd name="T0" fmla="*/ 39 w 260"/>
                <a:gd name="T1" fmla="*/ 282 h 318"/>
                <a:gd name="T2" fmla="*/ 12 w 260"/>
                <a:gd name="T3" fmla="*/ 302 h 318"/>
                <a:gd name="T4" fmla="*/ 0 w 260"/>
                <a:gd name="T5" fmla="*/ 312 h 318"/>
                <a:gd name="T6" fmla="*/ 7 w 260"/>
                <a:gd name="T7" fmla="*/ 318 h 318"/>
                <a:gd name="T8" fmla="*/ 48 w 260"/>
                <a:gd name="T9" fmla="*/ 316 h 318"/>
                <a:gd name="T10" fmla="*/ 98 w 260"/>
                <a:gd name="T11" fmla="*/ 318 h 318"/>
                <a:gd name="T12" fmla="*/ 107 w 260"/>
                <a:gd name="T13" fmla="*/ 308 h 318"/>
                <a:gd name="T14" fmla="*/ 95 w 260"/>
                <a:gd name="T15" fmla="*/ 302 h 318"/>
                <a:gd name="T16" fmla="*/ 70 w 260"/>
                <a:gd name="T17" fmla="*/ 294 h 318"/>
                <a:gd name="T18" fmla="*/ 94 w 260"/>
                <a:gd name="T19" fmla="*/ 194 h 318"/>
                <a:gd name="T20" fmla="*/ 140 w 260"/>
                <a:gd name="T21" fmla="*/ 226 h 318"/>
                <a:gd name="T22" fmla="*/ 260 w 260"/>
                <a:gd name="T23" fmla="*/ 80 h 318"/>
                <a:gd name="T24" fmla="*/ 194 w 260"/>
                <a:gd name="T25" fmla="*/ 0 h 318"/>
                <a:gd name="T26" fmla="*/ 129 w 260"/>
                <a:gd name="T27" fmla="*/ 38 h 318"/>
                <a:gd name="T28" fmla="*/ 84 w 260"/>
                <a:gd name="T29" fmla="*/ 0 h 318"/>
                <a:gd name="T30" fmla="*/ 47 w 260"/>
                <a:gd name="T31" fmla="*/ 29 h 318"/>
                <a:gd name="T32" fmla="*/ 32 w 260"/>
                <a:gd name="T33" fmla="*/ 77 h 318"/>
                <a:gd name="T34" fmla="*/ 38 w 260"/>
                <a:gd name="T35" fmla="*/ 82 h 318"/>
                <a:gd name="T36" fmla="*/ 46 w 260"/>
                <a:gd name="T37" fmla="*/ 71 h 318"/>
                <a:gd name="T38" fmla="*/ 82 w 260"/>
                <a:gd name="T39" fmla="*/ 11 h 318"/>
                <a:gd name="T40" fmla="*/ 98 w 260"/>
                <a:gd name="T41" fmla="*/ 34 h 318"/>
                <a:gd name="T42" fmla="*/ 94 w 260"/>
                <a:gd name="T43" fmla="*/ 60 h 318"/>
                <a:gd name="T44" fmla="*/ 39 w 260"/>
                <a:gd name="T45" fmla="*/ 282 h 318"/>
                <a:gd name="T46" fmla="*/ 126 w 260"/>
                <a:gd name="T47" fmla="*/ 65 h 318"/>
                <a:gd name="T48" fmla="*/ 152 w 260"/>
                <a:gd name="T49" fmla="*/ 30 h 318"/>
                <a:gd name="T50" fmla="*/ 192 w 260"/>
                <a:gd name="T51" fmla="*/ 11 h 318"/>
                <a:gd name="T52" fmla="*/ 224 w 260"/>
                <a:gd name="T53" fmla="*/ 58 h 318"/>
                <a:gd name="T54" fmla="*/ 199 w 260"/>
                <a:gd name="T55" fmla="*/ 164 h 318"/>
                <a:gd name="T56" fmla="*/ 140 w 260"/>
                <a:gd name="T57" fmla="*/ 215 h 318"/>
                <a:gd name="T58" fmla="*/ 100 w 260"/>
                <a:gd name="T59" fmla="*/ 171 h 318"/>
                <a:gd name="T60" fmla="*/ 102 w 260"/>
                <a:gd name="T61" fmla="*/ 163 h 318"/>
                <a:gd name="T62" fmla="*/ 126 w 260"/>
                <a:gd name="T63" fmla="*/ 6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0" h="318">
                  <a:moveTo>
                    <a:pt x="39" y="282"/>
                  </a:moveTo>
                  <a:cubicBezTo>
                    <a:pt x="35" y="299"/>
                    <a:pt x="34" y="302"/>
                    <a:pt x="12" y="302"/>
                  </a:cubicBezTo>
                  <a:cubicBezTo>
                    <a:pt x="6" y="302"/>
                    <a:pt x="0" y="302"/>
                    <a:pt x="0" y="312"/>
                  </a:cubicBezTo>
                  <a:cubicBezTo>
                    <a:pt x="0" y="316"/>
                    <a:pt x="3" y="318"/>
                    <a:pt x="7" y="318"/>
                  </a:cubicBezTo>
                  <a:cubicBezTo>
                    <a:pt x="20" y="318"/>
                    <a:pt x="35" y="316"/>
                    <a:pt x="48" y="316"/>
                  </a:cubicBezTo>
                  <a:cubicBezTo>
                    <a:pt x="65" y="316"/>
                    <a:pt x="82" y="318"/>
                    <a:pt x="98" y="318"/>
                  </a:cubicBezTo>
                  <a:cubicBezTo>
                    <a:pt x="100" y="318"/>
                    <a:pt x="107" y="318"/>
                    <a:pt x="107" y="308"/>
                  </a:cubicBezTo>
                  <a:cubicBezTo>
                    <a:pt x="107" y="302"/>
                    <a:pt x="102" y="302"/>
                    <a:pt x="95" y="302"/>
                  </a:cubicBezTo>
                  <a:cubicBezTo>
                    <a:pt x="70" y="302"/>
                    <a:pt x="70" y="299"/>
                    <a:pt x="70" y="294"/>
                  </a:cubicBezTo>
                  <a:cubicBezTo>
                    <a:pt x="70" y="288"/>
                    <a:pt x="91" y="207"/>
                    <a:pt x="94" y="194"/>
                  </a:cubicBezTo>
                  <a:cubicBezTo>
                    <a:pt x="101" y="209"/>
                    <a:pt x="115" y="226"/>
                    <a:pt x="140" y="226"/>
                  </a:cubicBezTo>
                  <a:cubicBezTo>
                    <a:pt x="198" y="226"/>
                    <a:pt x="260" y="154"/>
                    <a:pt x="260" y="80"/>
                  </a:cubicBezTo>
                  <a:cubicBezTo>
                    <a:pt x="260" y="33"/>
                    <a:pt x="232" y="0"/>
                    <a:pt x="194" y="0"/>
                  </a:cubicBezTo>
                  <a:cubicBezTo>
                    <a:pt x="169" y="0"/>
                    <a:pt x="145" y="18"/>
                    <a:pt x="129" y="38"/>
                  </a:cubicBezTo>
                  <a:cubicBezTo>
                    <a:pt x="124" y="11"/>
                    <a:pt x="102" y="0"/>
                    <a:pt x="84" y="0"/>
                  </a:cubicBezTo>
                  <a:cubicBezTo>
                    <a:pt x="61" y="0"/>
                    <a:pt x="51" y="20"/>
                    <a:pt x="47" y="29"/>
                  </a:cubicBezTo>
                  <a:cubicBezTo>
                    <a:pt x="38" y="46"/>
                    <a:pt x="32" y="76"/>
                    <a:pt x="32" y="77"/>
                  </a:cubicBezTo>
                  <a:cubicBezTo>
                    <a:pt x="32" y="82"/>
                    <a:pt x="37" y="82"/>
                    <a:pt x="38" y="82"/>
                  </a:cubicBezTo>
                  <a:cubicBezTo>
                    <a:pt x="43" y="82"/>
                    <a:pt x="43" y="82"/>
                    <a:pt x="46" y="71"/>
                  </a:cubicBezTo>
                  <a:cubicBezTo>
                    <a:pt x="54" y="35"/>
                    <a:pt x="64" y="11"/>
                    <a:pt x="82" y="11"/>
                  </a:cubicBezTo>
                  <a:cubicBezTo>
                    <a:pt x="91" y="11"/>
                    <a:pt x="98" y="15"/>
                    <a:pt x="98" y="34"/>
                  </a:cubicBezTo>
                  <a:cubicBezTo>
                    <a:pt x="98" y="46"/>
                    <a:pt x="96" y="51"/>
                    <a:pt x="94" y="60"/>
                  </a:cubicBezTo>
                  <a:lnTo>
                    <a:pt x="39" y="282"/>
                  </a:lnTo>
                  <a:close/>
                  <a:moveTo>
                    <a:pt x="126" y="65"/>
                  </a:moveTo>
                  <a:cubicBezTo>
                    <a:pt x="130" y="52"/>
                    <a:pt x="143" y="38"/>
                    <a:pt x="152" y="30"/>
                  </a:cubicBezTo>
                  <a:cubicBezTo>
                    <a:pt x="170" y="15"/>
                    <a:pt x="184" y="11"/>
                    <a:pt x="192" y="11"/>
                  </a:cubicBezTo>
                  <a:cubicBezTo>
                    <a:pt x="212" y="11"/>
                    <a:pt x="224" y="29"/>
                    <a:pt x="224" y="58"/>
                  </a:cubicBezTo>
                  <a:cubicBezTo>
                    <a:pt x="224" y="88"/>
                    <a:pt x="208" y="145"/>
                    <a:pt x="199" y="164"/>
                  </a:cubicBezTo>
                  <a:cubicBezTo>
                    <a:pt x="182" y="199"/>
                    <a:pt x="158" y="215"/>
                    <a:pt x="140" y="215"/>
                  </a:cubicBezTo>
                  <a:cubicBezTo>
                    <a:pt x="107" y="215"/>
                    <a:pt x="100" y="174"/>
                    <a:pt x="100" y="171"/>
                  </a:cubicBezTo>
                  <a:cubicBezTo>
                    <a:pt x="100" y="170"/>
                    <a:pt x="100" y="169"/>
                    <a:pt x="102" y="163"/>
                  </a:cubicBezTo>
                  <a:lnTo>
                    <a:pt x="126" y="6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5" name="Freeform 29 2">
              <a:extLst>
                <a:ext uri="{FF2B5EF4-FFF2-40B4-BE49-F238E27FC236}">
                  <a16:creationId xmlns:a16="http://schemas.microsoft.com/office/drawing/2014/main" id="{C59225D7-B18E-18A6-FF61-B542214F5822}"/>
                </a:ext>
              </a:extLst>
            </p:cNvPr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8054975" y="6527800"/>
              <a:ext cx="146050" cy="215900"/>
            </a:xfrm>
            <a:custGeom>
              <a:avLst/>
              <a:gdLst>
                <a:gd name="T0" fmla="*/ 205 w 205"/>
                <a:gd name="T1" fmla="*/ 6 h 318"/>
                <a:gd name="T2" fmla="*/ 200 w 205"/>
                <a:gd name="T3" fmla="*/ 1 h 318"/>
                <a:gd name="T4" fmla="*/ 166 w 205"/>
                <a:gd name="T5" fmla="*/ 35 h 318"/>
                <a:gd name="T6" fmla="*/ 120 w 205"/>
                <a:gd name="T7" fmla="*/ 0 h 318"/>
                <a:gd name="T8" fmla="*/ 0 w 205"/>
                <a:gd name="T9" fmla="*/ 147 h 318"/>
                <a:gd name="T10" fmla="*/ 65 w 205"/>
                <a:gd name="T11" fmla="*/ 226 h 318"/>
                <a:gd name="T12" fmla="*/ 124 w 205"/>
                <a:gd name="T13" fmla="*/ 196 h 318"/>
                <a:gd name="T14" fmla="*/ 102 w 205"/>
                <a:gd name="T15" fmla="*/ 286 h 318"/>
                <a:gd name="T16" fmla="*/ 66 w 205"/>
                <a:gd name="T17" fmla="*/ 302 h 318"/>
                <a:gd name="T18" fmla="*/ 54 w 205"/>
                <a:gd name="T19" fmla="*/ 312 h 318"/>
                <a:gd name="T20" fmla="*/ 61 w 205"/>
                <a:gd name="T21" fmla="*/ 318 h 318"/>
                <a:gd name="T22" fmla="*/ 111 w 205"/>
                <a:gd name="T23" fmla="*/ 316 h 318"/>
                <a:gd name="T24" fmla="*/ 162 w 205"/>
                <a:gd name="T25" fmla="*/ 318 h 318"/>
                <a:gd name="T26" fmla="*/ 171 w 205"/>
                <a:gd name="T27" fmla="*/ 308 h 318"/>
                <a:gd name="T28" fmla="*/ 158 w 205"/>
                <a:gd name="T29" fmla="*/ 302 h 318"/>
                <a:gd name="T30" fmla="*/ 134 w 205"/>
                <a:gd name="T31" fmla="*/ 294 h 318"/>
                <a:gd name="T32" fmla="*/ 136 w 205"/>
                <a:gd name="T33" fmla="*/ 283 h 318"/>
                <a:gd name="T34" fmla="*/ 205 w 205"/>
                <a:gd name="T35" fmla="*/ 6 h 318"/>
                <a:gd name="T36" fmla="*/ 67 w 205"/>
                <a:gd name="T37" fmla="*/ 215 h 318"/>
                <a:gd name="T38" fmla="*/ 35 w 205"/>
                <a:gd name="T39" fmla="*/ 168 h 318"/>
                <a:gd name="T40" fmla="*/ 58 w 205"/>
                <a:gd name="T41" fmla="*/ 69 h 318"/>
                <a:gd name="T42" fmla="*/ 120 w 205"/>
                <a:gd name="T43" fmla="*/ 11 h 318"/>
                <a:gd name="T44" fmla="*/ 159 w 205"/>
                <a:gd name="T45" fmla="*/ 55 h 318"/>
                <a:gd name="T46" fmla="*/ 130 w 205"/>
                <a:gd name="T47" fmla="*/ 169 h 318"/>
                <a:gd name="T48" fmla="*/ 67 w 205"/>
                <a:gd name="T49" fmla="*/ 21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5" h="318">
                  <a:moveTo>
                    <a:pt x="205" y="6"/>
                  </a:moveTo>
                  <a:cubicBezTo>
                    <a:pt x="205" y="4"/>
                    <a:pt x="203" y="1"/>
                    <a:pt x="200" y="1"/>
                  </a:cubicBezTo>
                  <a:cubicBezTo>
                    <a:pt x="194" y="1"/>
                    <a:pt x="175" y="21"/>
                    <a:pt x="166" y="35"/>
                  </a:cubicBezTo>
                  <a:cubicBezTo>
                    <a:pt x="155" y="8"/>
                    <a:pt x="136" y="0"/>
                    <a:pt x="120" y="0"/>
                  </a:cubicBezTo>
                  <a:cubicBezTo>
                    <a:pt x="61" y="0"/>
                    <a:pt x="0" y="74"/>
                    <a:pt x="0" y="147"/>
                  </a:cubicBezTo>
                  <a:cubicBezTo>
                    <a:pt x="0" y="195"/>
                    <a:pt x="29" y="226"/>
                    <a:pt x="65" y="226"/>
                  </a:cubicBezTo>
                  <a:cubicBezTo>
                    <a:pt x="87" y="226"/>
                    <a:pt x="106" y="214"/>
                    <a:pt x="124" y="196"/>
                  </a:cubicBezTo>
                  <a:cubicBezTo>
                    <a:pt x="120" y="214"/>
                    <a:pt x="103" y="281"/>
                    <a:pt x="102" y="286"/>
                  </a:cubicBezTo>
                  <a:cubicBezTo>
                    <a:pt x="98" y="300"/>
                    <a:pt x="94" y="302"/>
                    <a:pt x="66" y="302"/>
                  </a:cubicBezTo>
                  <a:cubicBezTo>
                    <a:pt x="59" y="302"/>
                    <a:pt x="54" y="302"/>
                    <a:pt x="54" y="312"/>
                  </a:cubicBezTo>
                  <a:cubicBezTo>
                    <a:pt x="54" y="313"/>
                    <a:pt x="54" y="318"/>
                    <a:pt x="61" y="318"/>
                  </a:cubicBezTo>
                  <a:cubicBezTo>
                    <a:pt x="77" y="318"/>
                    <a:pt x="94" y="316"/>
                    <a:pt x="111" y="316"/>
                  </a:cubicBezTo>
                  <a:cubicBezTo>
                    <a:pt x="128" y="316"/>
                    <a:pt x="146" y="318"/>
                    <a:pt x="162" y="318"/>
                  </a:cubicBezTo>
                  <a:cubicBezTo>
                    <a:pt x="165" y="318"/>
                    <a:pt x="171" y="318"/>
                    <a:pt x="171" y="308"/>
                  </a:cubicBezTo>
                  <a:cubicBezTo>
                    <a:pt x="171" y="302"/>
                    <a:pt x="166" y="302"/>
                    <a:pt x="158" y="302"/>
                  </a:cubicBezTo>
                  <a:cubicBezTo>
                    <a:pt x="134" y="302"/>
                    <a:pt x="134" y="299"/>
                    <a:pt x="134" y="294"/>
                  </a:cubicBezTo>
                  <a:cubicBezTo>
                    <a:pt x="134" y="291"/>
                    <a:pt x="135" y="288"/>
                    <a:pt x="136" y="283"/>
                  </a:cubicBezTo>
                  <a:lnTo>
                    <a:pt x="205" y="6"/>
                  </a:lnTo>
                  <a:close/>
                  <a:moveTo>
                    <a:pt x="67" y="215"/>
                  </a:moveTo>
                  <a:cubicBezTo>
                    <a:pt x="37" y="215"/>
                    <a:pt x="35" y="177"/>
                    <a:pt x="35" y="168"/>
                  </a:cubicBezTo>
                  <a:cubicBezTo>
                    <a:pt x="35" y="145"/>
                    <a:pt x="49" y="90"/>
                    <a:pt x="58" y="69"/>
                  </a:cubicBezTo>
                  <a:cubicBezTo>
                    <a:pt x="73" y="32"/>
                    <a:pt x="99" y="11"/>
                    <a:pt x="120" y="11"/>
                  </a:cubicBezTo>
                  <a:cubicBezTo>
                    <a:pt x="152" y="11"/>
                    <a:pt x="159" y="52"/>
                    <a:pt x="159" y="55"/>
                  </a:cubicBezTo>
                  <a:cubicBezTo>
                    <a:pt x="159" y="58"/>
                    <a:pt x="132" y="167"/>
                    <a:pt x="130" y="169"/>
                  </a:cubicBezTo>
                  <a:cubicBezTo>
                    <a:pt x="123" y="183"/>
                    <a:pt x="95" y="215"/>
                    <a:pt x="67" y="2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6" name="Freeform 30">
              <a:extLst>
                <a:ext uri="{FF2B5EF4-FFF2-40B4-BE49-F238E27FC236}">
                  <a16:creationId xmlns:a16="http://schemas.microsoft.com/office/drawing/2014/main" id="{1937F392-07CB-B9A6-7F1B-BDEF169901D9}"/>
                </a:ext>
              </a:extLst>
            </p:cNvPr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8308975" y="6478588"/>
              <a:ext cx="234950" cy="227012"/>
            </a:xfrm>
            <a:custGeom>
              <a:avLst/>
              <a:gdLst>
                <a:gd name="T0" fmla="*/ 176 w 331"/>
                <a:gd name="T1" fmla="*/ 176 h 332"/>
                <a:gd name="T2" fmla="*/ 315 w 331"/>
                <a:gd name="T3" fmla="*/ 176 h 332"/>
                <a:gd name="T4" fmla="*/ 331 w 331"/>
                <a:gd name="T5" fmla="*/ 166 h 332"/>
                <a:gd name="T6" fmla="*/ 315 w 331"/>
                <a:gd name="T7" fmla="*/ 156 h 332"/>
                <a:gd name="T8" fmla="*/ 176 w 331"/>
                <a:gd name="T9" fmla="*/ 156 h 332"/>
                <a:gd name="T10" fmla="*/ 176 w 331"/>
                <a:gd name="T11" fmla="*/ 17 h 332"/>
                <a:gd name="T12" fmla="*/ 166 w 331"/>
                <a:gd name="T13" fmla="*/ 0 h 332"/>
                <a:gd name="T14" fmla="*/ 156 w 331"/>
                <a:gd name="T15" fmla="*/ 17 h 332"/>
                <a:gd name="T16" fmla="*/ 156 w 331"/>
                <a:gd name="T17" fmla="*/ 156 h 332"/>
                <a:gd name="T18" fmla="*/ 16 w 331"/>
                <a:gd name="T19" fmla="*/ 156 h 332"/>
                <a:gd name="T20" fmla="*/ 0 w 331"/>
                <a:gd name="T21" fmla="*/ 166 h 332"/>
                <a:gd name="T22" fmla="*/ 16 w 331"/>
                <a:gd name="T23" fmla="*/ 176 h 332"/>
                <a:gd name="T24" fmla="*/ 156 w 331"/>
                <a:gd name="T25" fmla="*/ 176 h 332"/>
                <a:gd name="T26" fmla="*/ 156 w 331"/>
                <a:gd name="T27" fmla="*/ 316 h 332"/>
                <a:gd name="T28" fmla="*/ 166 w 331"/>
                <a:gd name="T29" fmla="*/ 332 h 332"/>
                <a:gd name="T30" fmla="*/ 176 w 331"/>
                <a:gd name="T31" fmla="*/ 316 h 332"/>
                <a:gd name="T32" fmla="*/ 176 w 331"/>
                <a:gd name="T33" fmla="*/ 17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1" h="332">
                  <a:moveTo>
                    <a:pt x="176" y="176"/>
                  </a:moveTo>
                  <a:lnTo>
                    <a:pt x="315" y="176"/>
                  </a:lnTo>
                  <a:cubicBezTo>
                    <a:pt x="322" y="176"/>
                    <a:pt x="331" y="176"/>
                    <a:pt x="331" y="166"/>
                  </a:cubicBezTo>
                  <a:cubicBezTo>
                    <a:pt x="331" y="156"/>
                    <a:pt x="322" y="156"/>
                    <a:pt x="315" y="156"/>
                  </a:cubicBezTo>
                  <a:lnTo>
                    <a:pt x="176" y="156"/>
                  </a:lnTo>
                  <a:lnTo>
                    <a:pt x="176" y="17"/>
                  </a:lnTo>
                  <a:cubicBezTo>
                    <a:pt x="176" y="10"/>
                    <a:pt x="176" y="0"/>
                    <a:pt x="166" y="0"/>
                  </a:cubicBezTo>
                  <a:cubicBezTo>
                    <a:pt x="156" y="0"/>
                    <a:pt x="156" y="10"/>
                    <a:pt x="156" y="17"/>
                  </a:cubicBezTo>
                  <a:lnTo>
                    <a:pt x="156" y="156"/>
                  </a:lnTo>
                  <a:lnTo>
                    <a:pt x="16" y="156"/>
                  </a:lnTo>
                  <a:cubicBezTo>
                    <a:pt x="9" y="156"/>
                    <a:pt x="0" y="156"/>
                    <a:pt x="0" y="166"/>
                  </a:cubicBezTo>
                  <a:cubicBezTo>
                    <a:pt x="0" y="176"/>
                    <a:pt x="9" y="176"/>
                    <a:pt x="16" y="176"/>
                  </a:cubicBezTo>
                  <a:lnTo>
                    <a:pt x="156" y="176"/>
                  </a:lnTo>
                  <a:lnTo>
                    <a:pt x="156" y="316"/>
                  </a:lnTo>
                  <a:cubicBezTo>
                    <a:pt x="156" y="323"/>
                    <a:pt x="156" y="332"/>
                    <a:pt x="166" y="332"/>
                  </a:cubicBezTo>
                  <a:cubicBezTo>
                    <a:pt x="176" y="332"/>
                    <a:pt x="176" y="323"/>
                    <a:pt x="176" y="316"/>
                  </a:cubicBezTo>
                  <a:lnTo>
                    <a:pt x="176" y="17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7" name="Freeform 31 3">
              <a:extLst>
                <a:ext uri="{FF2B5EF4-FFF2-40B4-BE49-F238E27FC236}">
                  <a16:creationId xmlns:a16="http://schemas.microsoft.com/office/drawing/2014/main" id="{7473B5FF-4219-A96C-1D66-707C2E715E9A}"/>
                </a:ext>
              </a:extLst>
            </p:cNvPr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8656638" y="6527800"/>
              <a:ext cx="144463" cy="215900"/>
            </a:xfrm>
            <a:custGeom>
              <a:avLst/>
              <a:gdLst>
                <a:gd name="T0" fmla="*/ 205 w 205"/>
                <a:gd name="T1" fmla="*/ 6 h 318"/>
                <a:gd name="T2" fmla="*/ 200 w 205"/>
                <a:gd name="T3" fmla="*/ 1 h 318"/>
                <a:gd name="T4" fmla="*/ 166 w 205"/>
                <a:gd name="T5" fmla="*/ 35 h 318"/>
                <a:gd name="T6" fmla="*/ 120 w 205"/>
                <a:gd name="T7" fmla="*/ 0 h 318"/>
                <a:gd name="T8" fmla="*/ 0 w 205"/>
                <a:gd name="T9" fmla="*/ 147 h 318"/>
                <a:gd name="T10" fmla="*/ 66 w 205"/>
                <a:gd name="T11" fmla="*/ 226 h 318"/>
                <a:gd name="T12" fmla="*/ 124 w 205"/>
                <a:gd name="T13" fmla="*/ 196 h 318"/>
                <a:gd name="T14" fmla="*/ 102 w 205"/>
                <a:gd name="T15" fmla="*/ 286 h 318"/>
                <a:gd name="T16" fmla="*/ 66 w 205"/>
                <a:gd name="T17" fmla="*/ 302 h 318"/>
                <a:gd name="T18" fmla="*/ 55 w 205"/>
                <a:gd name="T19" fmla="*/ 312 h 318"/>
                <a:gd name="T20" fmla="*/ 61 w 205"/>
                <a:gd name="T21" fmla="*/ 318 h 318"/>
                <a:gd name="T22" fmla="*/ 111 w 205"/>
                <a:gd name="T23" fmla="*/ 316 h 318"/>
                <a:gd name="T24" fmla="*/ 162 w 205"/>
                <a:gd name="T25" fmla="*/ 318 h 318"/>
                <a:gd name="T26" fmla="*/ 171 w 205"/>
                <a:gd name="T27" fmla="*/ 308 h 318"/>
                <a:gd name="T28" fmla="*/ 158 w 205"/>
                <a:gd name="T29" fmla="*/ 302 h 318"/>
                <a:gd name="T30" fmla="*/ 134 w 205"/>
                <a:gd name="T31" fmla="*/ 294 h 318"/>
                <a:gd name="T32" fmla="*/ 136 w 205"/>
                <a:gd name="T33" fmla="*/ 283 h 318"/>
                <a:gd name="T34" fmla="*/ 205 w 205"/>
                <a:gd name="T35" fmla="*/ 6 h 318"/>
                <a:gd name="T36" fmla="*/ 67 w 205"/>
                <a:gd name="T37" fmla="*/ 215 h 318"/>
                <a:gd name="T38" fmla="*/ 35 w 205"/>
                <a:gd name="T39" fmla="*/ 168 h 318"/>
                <a:gd name="T40" fmla="*/ 58 w 205"/>
                <a:gd name="T41" fmla="*/ 69 h 318"/>
                <a:gd name="T42" fmla="*/ 120 w 205"/>
                <a:gd name="T43" fmla="*/ 11 h 318"/>
                <a:gd name="T44" fmla="*/ 159 w 205"/>
                <a:gd name="T45" fmla="*/ 55 h 318"/>
                <a:gd name="T46" fmla="*/ 130 w 205"/>
                <a:gd name="T47" fmla="*/ 169 h 318"/>
                <a:gd name="T48" fmla="*/ 67 w 205"/>
                <a:gd name="T49" fmla="*/ 21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5" h="318">
                  <a:moveTo>
                    <a:pt x="205" y="6"/>
                  </a:moveTo>
                  <a:cubicBezTo>
                    <a:pt x="205" y="4"/>
                    <a:pt x="204" y="1"/>
                    <a:pt x="200" y="1"/>
                  </a:cubicBezTo>
                  <a:cubicBezTo>
                    <a:pt x="195" y="1"/>
                    <a:pt x="175" y="21"/>
                    <a:pt x="166" y="35"/>
                  </a:cubicBezTo>
                  <a:cubicBezTo>
                    <a:pt x="155" y="8"/>
                    <a:pt x="136" y="0"/>
                    <a:pt x="120" y="0"/>
                  </a:cubicBezTo>
                  <a:cubicBezTo>
                    <a:pt x="61" y="0"/>
                    <a:pt x="0" y="74"/>
                    <a:pt x="0" y="147"/>
                  </a:cubicBezTo>
                  <a:cubicBezTo>
                    <a:pt x="0" y="195"/>
                    <a:pt x="29" y="226"/>
                    <a:pt x="66" y="226"/>
                  </a:cubicBezTo>
                  <a:cubicBezTo>
                    <a:pt x="87" y="226"/>
                    <a:pt x="106" y="214"/>
                    <a:pt x="124" y="196"/>
                  </a:cubicBezTo>
                  <a:cubicBezTo>
                    <a:pt x="120" y="214"/>
                    <a:pt x="103" y="281"/>
                    <a:pt x="102" y="286"/>
                  </a:cubicBezTo>
                  <a:cubicBezTo>
                    <a:pt x="98" y="300"/>
                    <a:pt x="94" y="302"/>
                    <a:pt x="66" y="302"/>
                  </a:cubicBezTo>
                  <a:cubicBezTo>
                    <a:pt x="60" y="302"/>
                    <a:pt x="55" y="302"/>
                    <a:pt x="55" y="312"/>
                  </a:cubicBezTo>
                  <a:cubicBezTo>
                    <a:pt x="55" y="313"/>
                    <a:pt x="55" y="318"/>
                    <a:pt x="61" y="318"/>
                  </a:cubicBezTo>
                  <a:cubicBezTo>
                    <a:pt x="77" y="318"/>
                    <a:pt x="94" y="316"/>
                    <a:pt x="111" y="316"/>
                  </a:cubicBezTo>
                  <a:cubicBezTo>
                    <a:pt x="128" y="316"/>
                    <a:pt x="146" y="318"/>
                    <a:pt x="162" y="318"/>
                  </a:cubicBezTo>
                  <a:cubicBezTo>
                    <a:pt x="165" y="318"/>
                    <a:pt x="171" y="318"/>
                    <a:pt x="171" y="308"/>
                  </a:cubicBezTo>
                  <a:cubicBezTo>
                    <a:pt x="171" y="302"/>
                    <a:pt x="166" y="302"/>
                    <a:pt x="158" y="302"/>
                  </a:cubicBezTo>
                  <a:cubicBezTo>
                    <a:pt x="134" y="302"/>
                    <a:pt x="134" y="299"/>
                    <a:pt x="134" y="294"/>
                  </a:cubicBezTo>
                  <a:cubicBezTo>
                    <a:pt x="134" y="291"/>
                    <a:pt x="135" y="288"/>
                    <a:pt x="136" y="283"/>
                  </a:cubicBezTo>
                  <a:lnTo>
                    <a:pt x="205" y="6"/>
                  </a:lnTo>
                  <a:close/>
                  <a:moveTo>
                    <a:pt x="67" y="215"/>
                  </a:moveTo>
                  <a:cubicBezTo>
                    <a:pt x="37" y="215"/>
                    <a:pt x="35" y="177"/>
                    <a:pt x="35" y="168"/>
                  </a:cubicBezTo>
                  <a:cubicBezTo>
                    <a:pt x="35" y="145"/>
                    <a:pt x="50" y="90"/>
                    <a:pt x="58" y="69"/>
                  </a:cubicBezTo>
                  <a:cubicBezTo>
                    <a:pt x="74" y="32"/>
                    <a:pt x="99" y="11"/>
                    <a:pt x="120" y="11"/>
                  </a:cubicBezTo>
                  <a:cubicBezTo>
                    <a:pt x="152" y="11"/>
                    <a:pt x="159" y="52"/>
                    <a:pt x="159" y="55"/>
                  </a:cubicBezTo>
                  <a:cubicBezTo>
                    <a:pt x="159" y="58"/>
                    <a:pt x="132" y="167"/>
                    <a:pt x="130" y="169"/>
                  </a:cubicBezTo>
                  <a:cubicBezTo>
                    <a:pt x="123" y="183"/>
                    <a:pt x="95" y="215"/>
                    <a:pt x="67" y="2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8" name="Freeform 32 3">
              <a:extLst>
                <a:ext uri="{FF2B5EF4-FFF2-40B4-BE49-F238E27FC236}">
                  <a16:creationId xmlns:a16="http://schemas.microsoft.com/office/drawing/2014/main" id="{DD28E1D5-7022-88F1-390A-4A1EF029647C}"/>
                </a:ext>
              </a:extLst>
            </p:cNvPr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8828088" y="6396038"/>
              <a:ext cx="109538" cy="158750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9 w 154"/>
                <a:gd name="T7" fmla="*/ 202 h 232"/>
                <a:gd name="T8" fmla="*/ 35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3 w 154"/>
                <a:gd name="T15" fmla="*/ 0 h 232"/>
                <a:gd name="T16" fmla="*/ 0 w 154"/>
                <a:gd name="T17" fmla="*/ 63 h 232"/>
                <a:gd name="T18" fmla="*/ 19 w 154"/>
                <a:gd name="T19" fmla="*/ 82 h 232"/>
                <a:gd name="T20" fmla="*/ 37 w 154"/>
                <a:gd name="T21" fmla="*/ 64 h 232"/>
                <a:gd name="T22" fmla="*/ 17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8 w 154"/>
                <a:gd name="T29" fmla="*/ 135 h 232"/>
                <a:gd name="T30" fmla="*/ 4 w 154"/>
                <a:gd name="T31" fmla="*/ 218 h 232"/>
                <a:gd name="T32" fmla="*/ 0 w 154"/>
                <a:gd name="T33" fmla="*/ 232 h 232"/>
                <a:gd name="T34" fmla="*/ 144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8" y="197"/>
                    <a:pt x="133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1" y="170"/>
                    <a:pt x="84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3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7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" name="Freeform 33 2">
              <a:extLst>
                <a:ext uri="{FF2B5EF4-FFF2-40B4-BE49-F238E27FC236}">
                  <a16:creationId xmlns:a16="http://schemas.microsoft.com/office/drawing/2014/main" id="{BF2CDD1C-5FF9-FABB-F6B4-26DBE0DE318B}"/>
                </a:ext>
              </a:extLst>
            </p:cNvPr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9088438" y="6553200"/>
              <a:ext cx="234950" cy="79375"/>
            </a:xfrm>
            <a:custGeom>
              <a:avLst/>
              <a:gdLst>
                <a:gd name="T0" fmla="*/ 314 w 331"/>
                <a:gd name="T1" fmla="*/ 20 h 117"/>
                <a:gd name="T2" fmla="*/ 331 w 331"/>
                <a:gd name="T3" fmla="*/ 10 h 117"/>
                <a:gd name="T4" fmla="*/ 315 w 331"/>
                <a:gd name="T5" fmla="*/ 0 h 117"/>
                <a:gd name="T6" fmla="*/ 16 w 331"/>
                <a:gd name="T7" fmla="*/ 0 h 117"/>
                <a:gd name="T8" fmla="*/ 0 w 331"/>
                <a:gd name="T9" fmla="*/ 10 h 117"/>
                <a:gd name="T10" fmla="*/ 17 w 331"/>
                <a:gd name="T11" fmla="*/ 20 h 117"/>
                <a:gd name="T12" fmla="*/ 314 w 331"/>
                <a:gd name="T13" fmla="*/ 20 h 117"/>
                <a:gd name="T14" fmla="*/ 315 w 331"/>
                <a:gd name="T15" fmla="*/ 117 h 117"/>
                <a:gd name="T16" fmla="*/ 331 w 331"/>
                <a:gd name="T17" fmla="*/ 107 h 117"/>
                <a:gd name="T18" fmla="*/ 314 w 331"/>
                <a:gd name="T19" fmla="*/ 97 h 117"/>
                <a:gd name="T20" fmla="*/ 17 w 331"/>
                <a:gd name="T21" fmla="*/ 97 h 117"/>
                <a:gd name="T22" fmla="*/ 0 w 331"/>
                <a:gd name="T23" fmla="*/ 107 h 117"/>
                <a:gd name="T24" fmla="*/ 16 w 331"/>
                <a:gd name="T25" fmla="*/ 117 h 117"/>
                <a:gd name="T26" fmla="*/ 315 w 331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7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7"/>
                  </a:moveTo>
                  <a:cubicBezTo>
                    <a:pt x="322" y="117"/>
                    <a:pt x="331" y="117"/>
                    <a:pt x="331" y="107"/>
                  </a:cubicBezTo>
                  <a:cubicBezTo>
                    <a:pt x="331" y="97"/>
                    <a:pt x="322" y="97"/>
                    <a:pt x="314" y="97"/>
                  </a:cubicBezTo>
                  <a:lnTo>
                    <a:pt x="17" y="97"/>
                  </a:lnTo>
                  <a:cubicBezTo>
                    <a:pt x="9" y="97"/>
                    <a:pt x="0" y="97"/>
                    <a:pt x="0" y="107"/>
                  </a:cubicBezTo>
                  <a:cubicBezTo>
                    <a:pt x="0" y="117"/>
                    <a:pt x="9" y="117"/>
                    <a:pt x="16" y="117"/>
                  </a:cubicBezTo>
                  <a:lnTo>
                    <a:pt x="315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0" name="Freeform 34 2">
              <a:extLst>
                <a:ext uri="{FF2B5EF4-FFF2-40B4-BE49-F238E27FC236}">
                  <a16:creationId xmlns:a16="http://schemas.microsoft.com/office/drawing/2014/main" id="{041DA66E-508D-9A9D-8314-21453138F7FD}"/>
                </a:ext>
              </a:extLst>
            </p:cNvPr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9472613" y="6451600"/>
              <a:ext cx="115888" cy="227012"/>
            </a:xfrm>
            <a:custGeom>
              <a:avLst/>
              <a:gdLst>
                <a:gd name="T0" fmla="*/ 102 w 164"/>
                <a:gd name="T1" fmla="*/ 13 h 332"/>
                <a:gd name="T2" fmla="*/ 91 w 164"/>
                <a:gd name="T3" fmla="*/ 0 h 332"/>
                <a:gd name="T4" fmla="*/ 0 w 164"/>
                <a:gd name="T5" fmla="*/ 32 h 332"/>
                <a:gd name="T6" fmla="*/ 0 w 164"/>
                <a:gd name="T7" fmla="*/ 47 h 332"/>
                <a:gd name="T8" fmla="*/ 65 w 164"/>
                <a:gd name="T9" fmla="*/ 34 h 332"/>
                <a:gd name="T10" fmla="*/ 65 w 164"/>
                <a:gd name="T11" fmla="*/ 292 h 332"/>
                <a:gd name="T12" fmla="*/ 19 w 164"/>
                <a:gd name="T13" fmla="*/ 316 h 332"/>
                <a:gd name="T14" fmla="*/ 3 w 164"/>
                <a:gd name="T15" fmla="*/ 316 h 332"/>
                <a:gd name="T16" fmla="*/ 3 w 164"/>
                <a:gd name="T17" fmla="*/ 332 h 332"/>
                <a:gd name="T18" fmla="*/ 84 w 164"/>
                <a:gd name="T19" fmla="*/ 330 h 332"/>
                <a:gd name="T20" fmla="*/ 164 w 164"/>
                <a:gd name="T21" fmla="*/ 332 h 332"/>
                <a:gd name="T22" fmla="*/ 164 w 164"/>
                <a:gd name="T23" fmla="*/ 316 h 332"/>
                <a:gd name="T24" fmla="*/ 148 w 164"/>
                <a:gd name="T25" fmla="*/ 316 h 332"/>
                <a:gd name="T26" fmla="*/ 102 w 164"/>
                <a:gd name="T27" fmla="*/ 292 h 332"/>
                <a:gd name="T28" fmla="*/ 102 w 164"/>
                <a:gd name="T29" fmla="*/ 1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" h="332">
                  <a:moveTo>
                    <a:pt x="102" y="13"/>
                  </a:moveTo>
                  <a:cubicBezTo>
                    <a:pt x="102" y="1"/>
                    <a:pt x="102" y="0"/>
                    <a:pt x="91" y="0"/>
                  </a:cubicBezTo>
                  <a:cubicBezTo>
                    <a:pt x="60" y="32"/>
                    <a:pt x="16" y="32"/>
                    <a:pt x="0" y="32"/>
                  </a:cubicBezTo>
                  <a:lnTo>
                    <a:pt x="0" y="47"/>
                  </a:lnTo>
                  <a:cubicBezTo>
                    <a:pt x="10" y="47"/>
                    <a:pt x="39" y="47"/>
                    <a:pt x="65" y="34"/>
                  </a:cubicBezTo>
                  <a:lnTo>
                    <a:pt x="65" y="292"/>
                  </a:lnTo>
                  <a:cubicBezTo>
                    <a:pt x="65" y="310"/>
                    <a:pt x="64" y="316"/>
                    <a:pt x="19" y="316"/>
                  </a:cubicBezTo>
                  <a:lnTo>
                    <a:pt x="3" y="316"/>
                  </a:lnTo>
                  <a:lnTo>
                    <a:pt x="3" y="332"/>
                  </a:lnTo>
                  <a:cubicBezTo>
                    <a:pt x="20" y="330"/>
                    <a:pt x="64" y="330"/>
                    <a:pt x="84" y="330"/>
                  </a:cubicBezTo>
                  <a:cubicBezTo>
                    <a:pt x="104" y="330"/>
                    <a:pt x="147" y="330"/>
                    <a:pt x="164" y="332"/>
                  </a:cubicBezTo>
                  <a:lnTo>
                    <a:pt x="164" y="316"/>
                  </a:lnTo>
                  <a:lnTo>
                    <a:pt x="148" y="316"/>
                  </a:lnTo>
                  <a:cubicBezTo>
                    <a:pt x="104" y="316"/>
                    <a:pt x="102" y="311"/>
                    <a:pt x="102" y="292"/>
                  </a:cubicBezTo>
                  <a:lnTo>
                    <a:pt x="102" y="1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91" name="グループ化 90" descr="\documentclass{article}&#10;\usepackage{amsmath,bm}&#10;\pagestyle{empty}&#10;\begin{document}&#10;&#10;\[&#10;f^\prime(x) = \lim_{\Delta x \rightarrow 0}\tfrac{f(x+\Delta x)-f(x)}{\Delta x}&#10;\]&#10;&#10;&#10;\end{document}" title="IguanaTex Vector Display">
            <a:extLst>
              <a:ext uri="{FF2B5EF4-FFF2-40B4-BE49-F238E27FC236}">
                <a16:creationId xmlns:a16="http://schemas.microsoft.com/office/drawing/2014/main" id="{78542E62-BF2E-2D78-A058-F37926501F26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5481638" y="3165198"/>
            <a:ext cx="4052889" cy="509587"/>
            <a:chOff x="5794375" y="5662613"/>
            <a:chExt cx="4052889" cy="509587"/>
          </a:xfrm>
        </p:grpSpPr>
        <p:sp>
          <p:nvSpPr>
            <p:cNvPr id="92" name="Freeform 81">
              <a:extLst>
                <a:ext uri="{FF2B5EF4-FFF2-40B4-BE49-F238E27FC236}">
                  <a16:creationId xmlns:a16="http://schemas.microsoft.com/office/drawing/2014/main" id="{88E3EA09-BD2E-7679-1613-21A38237B95B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5794375" y="5756275"/>
              <a:ext cx="176213" cy="277812"/>
            </a:xfrm>
            <a:custGeom>
              <a:avLst/>
              <a:gdLst>
                <a:gd name="T0" fmla="*/ 156 w 249"/>
                <a:gd name="T1" fmla="*/ 152 h 454"/>
                <a:gd name="T2" fmla="*/ 199 w 249"/>
                <a:gd name="T3" fmla="*/ 152 h 454"/>
                <a:gd name="T4" fmla="*/ 214 w 249"/>
                <a:gd name="T5" fmla="*/ 142 h 454"/>
                <a:gd name="T6" fmla="*/ 201 w 249"/>
                <a:gd name="T7" fmla="*/ 137 h 454"/>
                <a:gd name="T8" fmla="*/ 159 w 249"/>
                <a:gd name="T9" fmla="*/ 137 h 454"/>
                <a:gd name="T10" fmla="*/ 170 w 249"/>
                <a:gd name="T11" fmla="*/ 80 h 454"/>
                <a:gd name="T12" fmla="*/ 182 w 249"/>
                <a:gd name="T13" fmla="*/ 28 h 454"/>
                <a:gd name="T14" fmla="*/ 205 w 249"/>
                <a:gd name="T15" fmla="*/ 11 h 454"/>
                <a:gd name="T16" fmla="*/ 230 w 249"/>
                <a:gd name="T17" fmla="*/ 20 h 454"/>
                <a:gd name="T18" fmla="*/ 203 w 249"/>
                <a:gd name="T19" fmla="*/ 47 h 454"/>
                <a:gd name="T20" fmla="*/ 221 w 249"/>
                <a:gd name="T21" fmla="*/ 65 h 454"/>
                <a:gd name="T22" fmla="*/ 249 w 249"/>
                <a:gd name="T23" fmla="*/ 35 h 454"/>
                <a:gd name="T24" fmla="*/ 205 w 249"/>
                <a:gd name="T25" fmla="*/ 0 h 454"/>
                <a:gd name="T26" fmla="*/ 142 w 249"/>
                <a:gd name="T27" fmla="*/ 59 h 454"/>
                <a:gd name="T28" fmla="*/ 126 w 249"/>
                <a:gd name="T29" fmla="*/ 137 h 454"/>
                <a:gd name="T30" fmla="*/ 91 w 249"/>
                <a:gd name="T31" fmla="*/ 137 h 454"/>
                <a:gd name="T32" fmla="*/ 76 w 249"/>
                <a:gd name="T33" fmla="*/ 146 h 454"/>
                <a:gd name="T34" fmla="*/ 90 w 249"/>
                <a:gd name="T35" fmla="*/ 152 h 454"/>
                <a:gd name="T36" fmla="*/ 123 w 249"/>
                <a:gd name="T37" fmla="*/ 152 h 454"/>
                <a:gd name="T38" fmla="*/ 86 w 249"/>
                <a:gd name="T39" fmla="*/ 349 h 454"/>
                <a:gd name="T40" fmla="*/ 42 w 249"/>
                <a:gd name="T41" fmla="*/ 443 h 454"/>
                <a:gd name="T42" fmla="*/ 18 w 249"/>
                <a:gd name="T43" fmla="*/ 434 h 454"/>
                <a:gd name="T44" fmla="*/ 46 w 249"/>
                <a:gd name="T45" fmla="*/ 407 h 454"/>
                <a:gd name="T46" fmla="*/ 27 w 249"/>
                <a:gd name="T47" fmla="*/ 390 h 454"/>
                <a:gd name="T48" fmla="*/ 0 w 249"/>
                <a:gd name="T49" fmla="*/ 420 h 454"/>
                <a:gd name="T50" fmla="*/ 42 w 249"/>
                <a:gd name="T51" fmla="*/ 454 h 454"/>
                <a:gd name="T52" fmla="*/ 99 w 249"/>
                <a:gd name="T53" fmla="*/ 406 h 454"/>
                <a:gd name="T54" fmla="*/ 127 w 249"/>
                <a:gd name="T55" fmla="*/ 310 h 454"/>
                <a:gd name="T56" fmla="*/ 156 w 249"/>
                <a:gd name="T57" fmla="*/ 152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9" h="454">
                  <a:moveTo>
                    <a:pt x="156" y="152"/>
                  </a:moveTo>
                  <a:lnTo>
                    <a:pt x="199" y="152"/>
                  </a:lnTo>
                  <a:cubicBezTo>
                    <a:pt x="209" y="152"/>
                    <a:pt x="214" y="152"/>
                    <a:pt x="214" y="142"/>
                  </a:cubicBezTo>
                  <a:cubicBezTo>
                    <a:pt x="214" y="137"/>
                    <a:pt x="209" y="137"/>
                    <a:pt x="201" y="137"/>
                  </a:cubicBezTo>
                  <a:lnTo>
                    <a:pt x="159" y="137"/>
                  </a:lnTo>
                  <a:lnTo>
                    <a:pt x="170" y="80"/>
                  </a:lnTo>
                  <a:cubicBezTo>
                    <a:pt x="172" y="70"/>
                    <a:pt x="179" y="34"/>
                    <a:pt x="182" y="28"/>
                  </a:cubicBezTo>
                  <a:cubicBezTo>
                    <a:pt x="186" y="19"/>
                    <a:pt x="195" y="11"/>
                    <a:pt x="205" y="11"/>
                  </a:cubicBezTo>
                  <a:cubicBezTo>
                    <a:pt x="207" y="11"/>
                    <a:pt x="220" y="11"/>
                    <a:pt x="230" y="20"/>
                  </a:cubicBezTo>
                  <a:cubicBezTo>
                    <a:pt x="208" y="22"/>
                    <a:pt x="203" y="40"/>
                    <a:pt x="203" y="47"/>
                  </a:cubicBezTo>
                  <a:cubicBezTo>
                    <a:pt x="203" y="59"/>
                    <a:pt x="212" y="65"/>
                    <a:pt x="221" y="65"/>
                  </a:cubicBezTo>
                  <a:cubicBezTo>
                    <a:pt x="234" y="65"/>
                    <a:pt x="249" y="54"/>
                    <a:pt x="249" y="35"/>
                  </a:cubicBezTo>
                  <a:cubicBezTo>
                    <a:pt x="249" y="12"/>
                    <a:pt x="226" y="0"/>
                    <a:pt x="205" y="0"/>
                  </a:cubicBezTo>
                  <a:cubicBezTo>
                    <a:pt x="188" y="0"/>
                    <a:pt x="157" y="9"/>
                    <a:pt x="142" y="59"/>
                  </a:cubicBezTo>
                  <a:cubicBezTo>
                    <a:pt x="139" y="69"/>
                    <a:pt x="137" y="74"/>
                    <a:pt x="126" y="137"/>
                  </a:cubicBezTo>
                  <a:lnTo>
                    <a:pt x="91" y="137"/>
                  </a:lnTo>
                  <a:cubicBezTo>
                    <a:pt x="82" y="137"/>
                    <a:pt x="76" y="137"/>
                    <a:pt x="76" y="146"/>
                  </a:cubicBezTo>
                  <a:cubicBezTo>
                    <a:pt x="76" y="152"/>
                    <a:pt x="81" y="152"/>
                    <a:pt x="90" y="152"/>
                  </a:cubicBezTo>
                  <a:lnTo>
                    <a:pt x="123" y="152"/>
                  </a:lnTo>
                  <a:lnTo>
                    <a:pt x="86" y="349"/>
                  </a:lnTo>
                  <a:cubicBezTo>
                    <a:pt x="77" y="398"/>
                    <a:pt x="68" y="443"/>
                    <a:pt x="42" y="443"/>
                  </a:cubicBezTo>
                  <a:cubicBezTo>
                    <a:pt x="40" y="443"/>
                    <a:pt x="28" y="443"/>
                    <a:pt x="18" y="434"/>
                  </a:cubicBezTo>
                  <a:cubicBezTo>
                    <a:pt x="41" y="433"/>
                    <a:pt x="46" y="415"/>
                    <a:pt x="46" y="407"/>
                  </a:cubicBezTo>
                  <a:cubicBezTo>
                    <a:pt x="46" y="396"/>
                    <a:pt x="37" y="390"/>
                    <a:pt x="27" y="390"/>
                  </a:cubicBezTo>
                  <a:cubicBezTo>
                    <a:pt x="14" y="390"/>
                    <a:pt x="0" y="401"/>
                    <a:pt x="0" y="420"/>
                  </a:cubicBezTo>
                  <a:cubicBezTo>
                    <a:pt x="0" y="442"/>
                    <a:pt x="22" y="454"/>
                    <a:pt x="42" y="454"/>
                  </a:cubicBezTo>
                  <a:cubicBezTo>
                    <a:pt x="70" y="454"/>
                    <a:pt x="90" y="425"/>
                    <a:pt x="99" y="406"/>
                  </a:cubicBezTo>
                  <a:cubicBezTo>
                    <a:pt x="115" y="374"/>
                    <a:pt x="126" y="314"/>
                    <a:pt x="127" y="310"/>
                  </a:cubicBezTo>
                  <a:lnTo>
                    <a:pt x="156" y="15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3" name="Freeform 82">
              <a:extLst>
                <a:ext uri="{FF2B5EF4-FFF2-40B4-BE49-F238E27FC236}">
                  <a16:creationId xmlns:a16="http://schemas.microsoft.com/office/drawing/2014/main" id="{E0D78CCB-B57A-92C4-D130-1DB1A0F3AFF6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5997575" y="5726113"/>
              <a:ext cx="61913" cy="111125"/>
            </a:xfrm>
            <a:custGeom>
              <a:avLst/>
              <a:gdLst>
                <a:gd name="T0" fmla="*/ 84 w 87"/>
                <a:gd name="T1" fmla="*/ 30 h 181"/>
                <a:gd name="T2" fmla="*/ 87 w 87"/>
                <a:gd name="T3" fmla="*/ 19 h 181"/>
                <a:gd name="T4" fmla="*/ 67 w 87"/>
                <a:gd name="T5" fmla="*/ 0 h 181"/>
                <a:gd name="T6" fmla="*/ 48 w 87"/>
                <a:gd name="T7" fmla="*/ 16 h 181"/>
                <a:gd name="T8" fmla="*/ 2 w 87"/>
                <a:gd name="T9" fmla="*/ 167 h 181"/>
                <a:gd name="T10" fmla="*/ 0 w 87"/>
                <a:gd name="T11" fmla="*/ 173 h 181"/>
                <a:gd name="T12" fmla="*/ 14 w 87"/>
                <a:gd name="T13" fmla="*/ 181 h 181"/>
                <a:gd name="T14" fmla="*/ 19 w 87"/>
                <a:gd name="T15" fmla="*/ 175 h 181"/>
                <a:gd name="T16" fmla="*/ 84 w 87"/>
                <a:gd name="T17" fmla="*/ 3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81">
                  <a:moveTo>
                    <a:pt x="84" y="30"/>
                  </a:moveTo>
                  <a:cubicBezTo>
                    <a:pt x="87" y="24"/>
                    <a:pt x="87" y="21"/>
                    <a:pt x="87" y="19"/>
                  </a:cubicBezTo>
                  <a:cubicBezTo>
                    <a:pt x="87" y="8"/>
                    <a:pt x="78" y="0"/>
                    <a:pt x="67" y="0"/>
                  </a:cubicBezTo>
                  <a:cubicBezTo>
                    <a:pt x="54" y="0"/>
                    <a:pt x="49" y="11"/>
                    <a:pt x="48" y="16"/>
                  </a:cubicBezTo>
                  <a:lnTo>
                    <a:pt x="2" y="167"/>
                  </a:lnTo>
                  <a:cubicBezTo>
                    <a:pt x="1" y="168"/>
                    <a:pt x="0" y="173"/>
                    <a:pt x="0" y="173"/>
                  </a:cubicBezTo>
                  <a:cubicBezTo>
                    <a:pt x="0" y="177"/>
                    <a:pt x="11" y="181"/>
                    <a:pt x="14" y="181"/>
                  </a:cubicBezTo>
                  <a:cubicBezTo>
                    <a:pt x="16" y="181"/>
                    <a:pt x="16" y="180"/>
                    <a:pt x="19" y="175"/>
                  </a:cubicBezTo>
                  <a:lnTo>
                    <a:pt x="84" y="3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4" name="Freeform 83">
              <a:extLst>
                <a:ext uri="{FF2B5EF4-FFF2-40B4-BE49-F238E27FC236}">
                  <a16:creationId xmlns:a16="http://schemas.microsoft.com/office/drawing/2014/main" id="{64A40017-FFEF-1B8D-D61A-87688E9F07A6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6118225" y="5741988"/>
              <a:ext cx="82550" cy="304800"/>
            </a:xfrm>
            <a:custGeom>
              <a:avLst/>
              <a:gdLst>
                <a:gd name="T0" fmla="*/ 116 w 116"/>
                <a:gd name="T1" fmla="*/ 493 h 498"/>
                <a:gd name="T2" fmla="*/ 107 w 116"/>
                <a:gd name="T3" fmla="*/ 482 h 498"/>
                <a:gd name="T4" fmla="*/ 29 w 116"/>
                <a:gd name="T5" fmla="*/ 249 h 498"/>
                <a:gd name="T6" fmla="*/ 109 w 116"/>
                <a:gd name="T7" fmla="*/ 13 h 498"/>
                <a:gd name="T8" fmla="*/ 116 w 116"/>
                <a:gd name="T9" fmla="*/ 5 h 498"/>
                <a:gd name="T10" fmla="*/ 111 w 116"/>
                <a:gd name="T11" fmla="*/ 0 h 498"/>
                <a:gd name="T12" fmla="*/ 32 w 116"/>
                <a:gd name="T13" fmla="*/ 97 h 498"/>
                <a:gd name="T14" fmla="*/ 0 w 116"/>
                <a:gd name="T15" fmla="*/ 249 h 498"/>
                <a:gd name="T16" fmla="*/ 33 w 116"/>
                <a:gd name="T17" fmla="*/ 405 h 498"/>
                <a:gd name="T18" fmla="*/ 111 w 116"/>
                <a:gd name="T19" fmla="*/ 498 h 498"/>
                <a:gd name="T20" fmla="*/ 116 w 116"/>
                <a:gd name="T21" fmla="*/ 49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493"/>
                  </a:moveTo>
                  <a:cubicBezTo>
                    <a:pt x="116" y="492"/>
                    <a:pt x="116" y="491"/>
                    <a:pt x="107" y="482"/>
                  </a:cubicBezTo>
                  <a:cubicBezTo>
                    <a:pt x="45" y="420"/>
                    <a:pt x="29" y="325"/>
                    <a:pt x="29" y="249"/>
                  </a:cubicBezTo>
                  <a:cubicBezTo>
                    <a:pt x="29" y="162"/>
                    <a:pt x="48" y="76"/>
                    <a:pt x="109" y="13"/>
                  </a:cubicBezTo>
                  <a:cubicBezTo>
                    <a:pt x="116" y="7"/>
                    <a:pt x="116" y="6"/>
                    <a:pt x="116" y="5"/>
                  </a:cubicBezTo>
                  <a:cubicBezTo>
                    <a:pt x="116" y="1"/>
                    <a:pt x="114" y="0"/>
                    <a:pt x="111" y="0"/>
                  </a:cubicBezTo>
                  <a:cubicBezTo>
                    <a:pt x="106" y="0"/>
                    <a:pt x="61" y="34"/>
                    <a:pt x="32" y="97"/>
                  </a:cubicBezTo>
                  <a:cubicBezTo>
                    <a:pt x="6" y="152"/>
                    <a:pt x="0" y="207"/>
                    <a:pt x="0" y="249"/>
                  </a:cubicBezTo>
                  <a:cubicBezTo>
                    <a:pt x="0" y="288"/>
                    <a:pt x="6" y="348"/>
                    <a:pt x="33" y="405"/>
                  </a:cubicBezTo>
                  <a:cubicBezTo>
                    <a:pt x="63" y="466"/>
                    <a:pt x="106" y="498"/>
                    <a:pt x="111" y="498"/>
                  </a:cubicBezTo>
                  <a:cubicBezTo>
                    <a:pt x="114" y="498"/>
                    <a:pt x="116" y="497"/>
                    <a:pt x="116" y="4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5" name="Freeform 84">
              <a:extLst>
                <a:ext uri="{FF2B5EF4-FFF2-40B4-BE49-F238E27FC236}">
                  <a16:creationId xmlns:a16="http://schemas.microsoft.com/office/drawing/2014/main" id="{F165D78B-BEF5-F71E-FEA9-0067A32FFE13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6230938" y="5835650"/>
              <a:ext cx="174625" cy="138112"/>
            </a:xfrm>
            <a:custGeom>
              <a:avLst/>
              <a:gdLst>
                <a:gd name="T0" fmla="*/ 152 w 248"/>
                <a:gd name="T1" fmla="*/ 70 h 226"/>
                <a:gd name="T2" fmla="*/ 201 w 248"/>
                <a:gd name="T3" fmla="*/ 11 h 226"/>
                <a:gd name="T4" fmla="*/ 226 w 248"/>
                <a:gd name="T5" fmla="*/ 18 h 226"/>
                <a:gd name="T6" fmla="*/ 202 w 248"/>
                <a:gd name="T7" fmla="*/ 45 h 226"/>
                <a:gd name="T8" fmla="*/ 221 w 248"/>
                <a:gd name="T9" fmla="*/ 62 h 226"/>
                <a:gd name="T10" fmla="*/ 248 w 248"/>
                <a:gd name="T11" fmla="*/ 33 h 226"/>
                <a:gd name="T12" fmla="*/ 202 w 248"/>
                <a:gd name="T13" fmla="*/ 0 h 226"/>
                <a:gd name="T14" fmla="*/ 150 w 248"/>
                <a:gd name="T15" fmla="*/ 38 h 226"/>
                <a:gd name="T16" fmla="*/ 96 w 248"/>
                <a:gd name="T17" fmla="*/ 0 h 226"/>
                <a:gd name="T18" fmla="*/ 16 w 248"/>
                <a:gd name="T19" fmla="*/ 77 h 226"/>
                <a:gd name="T20" fmla="*/ 22 w 248"/>
                <a:gd name="T21" fmla="*/ 82 h 226"/>
                <a:gd name="T22" fmla="*/ 28 w 248"/>
                <a:gd name="T23" fmla="*/ 77 h 226"/>
                <a:gd name="T24" fmla="*/ 95 w 248"/>
                <a:gd name="T25" fmla="*/ 11 h 226"/>
                <a:gd name="T26" fmla="*/ 122 w 248"/>
                <a:gd name="T27" fmla="*/ 45 h 226"/>
                <a:gd name="T28" fmla="*/ 95 w 248"/>
                <a:gd name="T29" fmla="*/ 163 h 226"/>
                <a:gd name="T30" fmla="*/ 47 w 248"/>
                <a:gd name="T31" fmla="*/ 215 h 226"/>
                <a:gd name="T32" fmla="*/ 23 w 248"/>
                <a:gd name="T33" fmla="*/ 209 h 226"/>
                <a:gd name="T34" fmla="*/ 46 w 248"/>
                <a:gd name="T35" fmla="*/ 182 h 226"/>
                <a:gd name="T36" fmla="*/ 28 w 248"/>
                <a:gd name="T37" fmla="*/ 164 h 226"/>
                <a:gd name="T38" fmla="*/ 0 w 248"/>
                <a:gd name="T39" fmla="*/ 193 h 226"/>
                <a:gd name="T40" fmla="*/ 47 w 248"/>
                <a:gd name="T41" fmla="*/ 226 h 226"/>
                <a:gd name="T42" fmla="*/ 99 w 248"/>
                <a:gd name="T43" fmla="*/ 188 h 226"/>
                <a:gd name="T44" fmla="*/ 153 w 248"/>
                <a:gd name="T45" fmla="*/ 226 h 226"/>
                <a:gd name="T46" fmla="*/ 233 w 248"/>
                <a:gd name="T47" fmla="*/ 149 h 226"/>
                <a:gd name="T48" fmla="*/ 227 w 248"/>
                <a:gd name="T49" fmla="*/ 144 h 226"/>
                <a:gd name="T50" fmla="*/ 220 w 248"/>
                <a:gd name="T51" fmla="*/ 150 h 226"/>
                <a:gd name="T52" fmla="*/ 154 w 248"/>
                <a:gd name="T53" fmla="*/ 215 h 226"/>
                <a:gd name="T54" fmla="*/ 127 w 248"/>
                <a:gd name="T55" fmla="*/ 182 h 226"/>
                <a:gd name="T56" fmla="*/ 135 w 248"/>
                <a:gd name="T57" fmla="*/ 138 h 226"/>
                <a:gd name="T58" fmla="*/ 152 w 248"/>
                <a:gd name="T59" fmla="*/ 7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8" h="226">
                  <a:moveTo>
                    <a:pt x="152" y="70"/>
                  </a:moveTo>
                  <a:cubicBezTo>
                    <a:pt x="155" y="57"/>
                    <a:pt x="167" y="11"/>
                    <a:pt x="201" y="11"/>
                  </a:cubicBezTo>
                  <a:cubicBezTo>
                    <a:pt x="204" y="11"/>
                    <a:pt x="216" y="11"/>
                    <a:pt x="226" y="18"/>
                  </a:cubicBezTo>
                  <a:cubicBezTo>
                    <a:pt x="212" y="20"/>
                    <a:pt x="202" y="33"/>
                    <a:pt x="202" y="45"/>
                  </a:cubicBezTo>
                  <a:cubicBezTo>
                    <a:pt x="202" y="53"/>
                    <a:pt x="208" y="62"/>
                    <a:pt x="221" y="62"/>
                  </a:cubicBezTo>
                  <a:cubicBezTo>
                    <a:pt x="232" y="62"/>
                    <a:pt x="248" y="53"/>
                    <a:pt x="248" y="33"/>
                  </a:cubicBezTo>
                  <a:cubicBezTo>
                    <a:pt x="248" y="7"/>
                    <a:pt x="219" y="0"/>
                    <a:pt x="202" y="0"/>
                  </a:cubicBezTo>
                  <a:cubicBezTo>
                    <a:pt x="173" y="0"/>
                    <a:pt x="156" y="27"/>
                    <a:pt x="150" y="38"/>
                  </a:cubicBezTo>
                  <a:cubicBezTo>
                    <a:pt x="137" y="5"/>
                    <a:pt x="110" y="0"/>
                    <a:pt x="96" y="0"/>
                  </a:cubicBezTo>
                  <a:cubicBezTo>
                    <a:pt x="44" y="0"/>
                    <a:pt x="16" y="65"/>
                    <a:pt x="16" y="77"/>
                  </a:cubicBezTo>
                  <a:cubicBezTo>
                    <a:pt x="16" y="82"/>
                    <a:pt x="21" y="82"/>
                    <a:pt x="22" y="82"/>
                  </a:cubicBezTo>
                  <a:cubicBezTo>
                    <a:pt x="26" y="82"/>
                    <a:pt x="27" y="81"/>
                    <a:pt x="28" y="77"/>
                  </a:cubicBezTo>
                  <a:cubicBezTo>
                    <a:pt x="45" y="24"/>
                    <a:pt x="78" y="11"/>
                    <a:pt x="95" y="11"/>
                  </a:cubicBezTo>
                  <a:cubicBezTo>
                    <a:pt x="104" y="11"/>
                    <a:pt x="122" y="16"/>
                    <a:pt x="122" y="45"/>
                  </a:cubicBezTo>
                  <a:cubicBezTo>
                    <a:pt x="122" y="60"/>
                    <a:pt x="113" y="94"/>
                    <a:pt x="95" y="163"/>
                  </a:cubicBezTo>
                  <a:cubicBezTo>
                    <a:pt x="87" y="194"/>
                    <a:pt x="69" y="215"/>
                    <a:pt x="47" y="215"/>
                  </a:cubicBezTo>
                  <a:cubicBezTo>
                    <a:pt x="44" y="215"/>
                    <a:pt x="33" y="215"/>
                    <a:pt x="23" y="209"/>
                  </a:cubicBezTo>
                  <a:cubicBezTo>
                    <a:pt x="35" y="206"/>
                    <a:pt x="46" y="196"/>
                    <a:pt x="46" y="182"/>
                  </a:cubicBezTo>
                  <a:cubicBezTo>
                    <a:pt x="46" y="168"/>
                    <a:pt x="35" y="164"/>
                    <a:pt x="28" y="164"/>
                  </a:cubicBezTo>
                  <a:cubicBezTo>
                    <a:pt x="13" y="164"/>
                    <a:pt x="0" y="177"/>
                    <a:pt x="0" y="193"/>
                  </a:cubicBezTo>
                  <a:cubicBezTo>
                    <a:pt x="0" y="216"/>
                    <a:pt x="25" y="226"/>
                    <a:pt x="47" y="226"/>
                  </a:cubicBezTo>
                  <a:cubicBezTo>
                    <a:pt x="80" y="226"/>
                    <a:pt x="98" y="191"/>
                    <a:pt x="99" y="188"/>
                  </a:cubicBezTo>
                  <a:cubicBezTo>
                    <a:pt x="105" y="207"/>
                    <a:pt x="123" y="226"/>
                    <a:pt x="153" y="226"/>
                  </a:cubicBezTo>
                  <a:cubicBezTo>
                    <a:pt x="204" y="226"/>
                    <a:pt x="233" y="162"/>
                    <a:pt x="233" y="149"/>
                  </a:cubicBezTo>
                  <a:cubicBezTo>
                    <a:pt x="233" y="144"/>
                    <a:pt x="228" y="144"/>
                    <a:pt x="227" y="144"/>
                  </a:cubicBezTo>
                  <a:cubicBezTo>
                    <a:pt x="222" y="144"/>
                    <a:pt x="221" y="146"/>
                    <a:pt x="220" y="150"/>
                  </a:cubicBezTo>
                  <a:cubicBezTo>
                    <a:pt x="204" y="203"/>
                    <a:pt x="170" y="215"/>
                    <a:pt x="154" y="215"/>
                  </a:cubicBezTo>
                  <a:cubicBezTo>
                    <a:pt x="135" y="215"/>
                    <a:pt x="127" y="199"/>
                    <a:pt x="127" y="182"/>
                  </a:cubicBezTo>
                  <a:cubicBezTo>
                    <a:pt x="127" y="171"/>
                    <a:pt x="130" y="160"/>
                    <a:pt x="135" y="138"/>
                  </a:cubicBezTo>
                  <a:lnTo>
                    <a:pt x="152" y="7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6" name="Freeform 85">
              <a:extLst>
                <a:ext uri="{FF2B5EF4-FFF2-40B4-BE49-F238E27FC236}">
                  <a16:creationId xmlns:a16="http://schemas.microsoft.com/office/drawing/2014/main" id="{CFFA388D-91B4-7CCF-4C1D-709E44CDED41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6442075" y="5741988"/>
              <a:ext cx="80963" cy="304800"/>
            </a:xfrm>
            <a:custGeom>
              <a:avLst/>
              <a:gdLst>
                <a:gd name="T0" fmla="*/ 115 w 115"/>
                <a:gd name="T1" fmla="*/ 249 h 498"/>
                <a:gd name="T2" fmla="*/ 82 w 115"/>
                <a:gd name="T3" fmla="*/ 94 h 498"/>
                <a:gd name="T4" fmla="*/ 5 w 115"/>
                <a:gd name="T5" fmla="*/ 0 h 498"/>
                <a:gd name="T6" fmla="*/ 0 w 115"/>
                <a:gd name="T7" fmla="*/ 5 h 498"/>
                <a:gd name="T8" fmla="*/ 9 w 115"/>
                <a:gd name="T9" fmla="*/ 16 h 498"/>
                <a:gd name="T10" fmla="*/ 86 w 115"/>
                <a:gd name="T11" fmla="*/ 249 h 498"/>
                <a:gd name="T12" fmla="*/ 6 w 115"/>
                <a:gd name="T13" fmla="*/ 485 h 498"/>
                <a:gd name="T14" fmla="*/ 0 w 115"/>
                <a:gd name="T15" fmla="*/ 493 h 498"/>
                <a:gd name="T16" fmla="*/ 5 w 115"/>
                <a:gd name="T17" fmla="*/ 498 h 498"/>
                <a:gd name="T18" fmla="*/ 84 w 115"/>
                <a:gd name="T19" fmla="*/ 401 h 498"/>
                <a:gd name="T20" fmla="*/ 115 w 115"/>
                <a:gd name="T21" fmla="*/ 24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98">
                  <a:moveTo>
                    <a:pt x="115" y="249"/>
                  </a:moveTo>
                  <a:cubicBezTo>
                    <a:pt x="115" y="210"/>
                    <a:pt x="110" y="150"/>
                    <a:pt x="82" y="94"/>
                  </a:cubicBezTo>
                  <a:cubicBezTo>
                    <a:pt x="53" y="32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7"/>
                    <a:pt x="9" y="16"/>
                  </a:cubicBezTo>
                  <a:cubicBezTo>
                    <a:pt x="58" y="66"/>
                    <a:pt x="86" y="145"/>
                    <a:pt x="86" y="249"/>
                  </a:cubicBezTo>
                  <a:cubicBezTo>
                    <a:pt x="86" y="334"/>
                    <a:pt x="68" y="422"/>
                    <a:pt x="6" y="485"/>
                  </a:cubicBezTo>
                  <a:cubicBezTo>
                    <a:pt x="0" y="491"/>
                    <a:pt x="0" y="492"/>
                    <a:pt x="0" y="493"/>
                  </a:cubicBezTo>
                  <a:cubicBezTo>
                    <a:pt x="0" y="496"/>
                    <a:pt x="2" y="498"/>
                    <a:pt x="5" y="498"/>
                  </a:cubicBezTo>
                  <a:cubicBezTo>
                    <a:pt x="10" y="498"/>
                    <a:pt x="55" y="464"/>
                    <a:pt x="84" y="401"/>
                  </a:cubicBezTo>
                  <a:cubicBezTo>
                    <a:pt x="109" y="346"/>
                    <a:pt x="115" y="291"/>
                    <a:pt x="115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7" name="Freeform 86">
              <a:extLst>
                <a:ext uri="{FF2B5EF4-FFF2-40B4-BE49-F238E27FC236}">
                  <a16:creationId xmlns:a16="http://schemas.microsoft.com/office/drawing/2014/main" id="{CEDFA2FF-1780-81F7-1C28-D2242F4CC723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675438" y="5859463"/>
              <a:ext cx="231775" cy="71437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5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7 w 331"/>
                <a:gd name="T11" fmla="*/ 20 h 116"/>
                <a:gd name="T12" fmla="*/ 314 w 331"/>
                <a:gd name="T13" fmla="*/ 20 h 116"/>
                <a:gd name="T14" fmla="*/ 315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7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5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6"/>
                  </a:moveTo>
                  <a:cubicBezTo>
                    <a:pt x="322" y="116"/>
                    <a:pt x="331" y="116"/>
                    <a:pt x="331" y="106"/>
                  </a:cubicBezTo>
                  <a:cubicBezTo>
                    <a:pt x="331" y="96"/>
                    <a:pt x="322" y="96"/>
                    <a:pt x="314" y="96"/>
                  </a:cubicBezTo>
                  <a:lnTo>
                    <a:pt x="17" y="96"/>
                  </a:lnTo>
                  <a:cubicBezTo>
                    <a:pt x="9" y="96"/>
                    <a:pt x="0" y="96"/>
                    <a:pt x="0" y="106"/>
                  </a:cubicBezTo>
                  <a:cubicBezTo>
                    <a:pt x="0" y="116"/>
                    <a:pt x="9" y="116"/>
                    <a:pt x="16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8" name="Freeform 87">
              <a:extLst>
                <a:ext uri="{FF2B5EF4-FFF2-40B4-BE49-F238E27FC236}">
                  <a16:creationId xmlns:a16="http://schemas.microsoft.com/office/drawing/2014/main" id="{BF8F2F35-426E-AE82-086F-B23CC9665C08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7197725" y="5759450"/>
              <a:ext cx="79375" cy="212725"/>
            </a:xfrm>
            <a:custGeom>
              <a:avLst/>
              <a:gdLst>
                <a:gd name="T0" fmla="*/ 72 w 111"/>
                <a:gd name="T1" fmla="*/ 0 h 346"/>
                <a:gd name="T2" fmla="*/ 0 w 111"/>
                <a:gd name="T3" fmla="*/ 5 h 346"/>
                <a:gd name="T4" fmla="*/ 0 w 111"/>
                <a:gd name="T5" fmla="*/ 21 h 346"/>
                <a:gd name="T6" fmla="*/ 39 w 111"/>
                <a:gd name="T7" fmla="*/ 49 h 346"/>
                <a:gd name="T8" fmla="*/ 39 w 111"/>
                <a:gd name="T9" fmla="*/ 308 h 346"/>
                <a:gd name="T10" fmla="*/ 0 w 111"/>
                <a:gd name="T11" fmla="*/ 330 h 346"/>
                <a:gd name="T12" fmla="*/ 0 w 111"/>
                <a:gd name="T13" fmla="*/ 346 h 346"/>
                <a:gd name="T14" fmla="*/ 55 w 111"/>
                <a:gd name="T15" fmla="*/ 344 h 346"/>
                <a:gd name="T16" fmla="*/ 111 w 111"/>
                <a:gd name="T17" fmla="*/ 346 h 346"/>
                <a:gd name="T18" fmla="*/ 111 w 111"/>
                <a:gd name="T19" fmla="*/ 330 h 346"/>
                <a:gd name="T20" fmla="*/ 72 w 111"/>
                <a:gd name="T21" fmla="*/ 308 h 346"/>
                <a:gd name="T22" fmla="*/ 72 w 111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6">
                  <a:moveTo>
                    <a:pt x="72" y="0"/>
                  </a:move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308"/>
                  </a:lnTo>
                  <a:cubicBezTo>
                    <a:pt x="39" y="330"/>
                    <a:pt x="33" y="330"/>
                    <a:pt x="0" y="330"/>
                  </a:cubicBezTo>
                  <a:lnTo>
                    <a:pt x="0" y="346"/>
                  </a:lnTo>
                  <a:cubicBezTo>
                    <a:pt x="16" y="345"/>
                    <a:pt x="43" y="344"/>
                    <a:pt x="55" y="344"/>
                  </a:cubicBezTo>
                  <a:cubicBezTo>
                    <a:pt x="68" y="344"/>
                    <a:pt x="92" y="345"/>
                    <a:pt x="111" y="346"/>
                  </a:cubicBezTo>
                  <a:lnTo>
                    <a:pt x="111" y="330"/>
                  </a:lnTo>
                  <a:cubicBezTo>
                    <a:pt x="77" y="330"/>
                    <a:pt x="72" y="330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9" name="Freeform 88">
              <a:extLst>
                <a:ext uri="{FF2B5EF4-FFF2-40B4-BE49-F238E27FC236}">
                  <a16:creationId xmlns:a16="http://schemas.microsoft.com/office/drawing/2014/main" id="{62834785-EF97-D722-CE03-0F91C3C0FBCC}"/>
                </a:ext>
              </a:extLst>
            </p:cNvPr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296150" y="5767388"/>
              <a:ext cx="74613" cy="204787"/>
            </a:xfrm>
            <a:custGeom>
              <a:avLst/>
              <a:gdLst>
                <a:gd name="T0" fmla="*/ 72 w 107"/>
                <a:gd name="T1" fmla="*/ 113 h 334"/>
                <a:gd name="T2" fmla="*/ 2 w 107"/>
                <a:gd name="T3" fmla="*/ 119 h 334"/>
                <a:gd name="T4" fmla="*/ 2 w 107"/>
                <a:gd name="T5" fmla="*/ 134 h 334"/>
                <a:gd name="T6" fmla="*/ 39 w 107"/>
                <a:gd name="T7" fmla="*/ 162 h 334"/>
                <a:gd name="T8" fmla="*/ 39 w 107"/>
                <a:gd name="T9" fmla="*/ 296 h 334"/>
                <a:gd name="T10" fmla="*/ 0 w 107"/>
                <a:gd name="T11" fmla="*/ 318 h 334"/>
                <a:gd name="T12" fmla="*/ 0 w 107"/>
                <a:gd name="T13" fmla="*/ 334 h 334"/>
                <a:gd name="T14" fmla="*/ 55 w 107"/>
                <a:gd name="T15" fmla="*/ 332 h 334"/>
                <a:gd name="T16" fmla="*/ 107 w 107"/>
                <a:gd name="T17" fmla="*/ 334 h 334"/>
                <a:gd name="T18" fmla="*/ 107 w 107"/>
                <a:gd name="T19" fmla="*/ 318 h 334"/>
                <a:gd name="T20" fmla="*/ 72 w 107"/>
                <a:gd name="T21" fmla="*/ 296 h 334"/>
                <a:gd name="T22" fmla="*/ 72 w 107"/>
                <a:gd name="T23" fmla="*/ 113 h 334"/>
                <a:gd name="T24" fmla="*/ 74 w 107"/>
                <a:gd name="T25" fmla="*/ 27 h 334"/>
                <a:gd name="T26" fmla="*/ 48 w 107"/>
                <a:gd name="T27" fmla="*/ 0 h 334"/>
                <a:gd name="T28" fmla="*/ 21 w 107"/>
                <a:gd name="T29" fmla="*/ 27 h 334"/>
                <a:gd name="T30" fmla="*/ 48 w 107"/>
                <a:gd name="T31" fmla="*/ 53 h 334"/>
                <a:gd name="T32" fmla="*/ 74 w 107"/>
                <a:gd name="T33" fmla="*/ 2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5" y="134"/>
                    <a:pt x="39" y="137"/>
                    <a:pt x="39" y="162"/>
                  </a:cubicBezTo>
                  <a:lnTo>
                    <a:pt x="39" y="296"/>
                  </a:lnTo>
                  <a:cubicBezTo>
                    <a:pt x="39" y="318"/>
                    <a:pt x="34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3" y="332"/>
                    <a:pt x="90" y="333"/>
                    <a:pt x="107" y="334"/>
                  </a:cubicBezTo>
                  <a:lnTo>
                    <a:pt x="107" y="318"/>
                  </a:lnTo>
                  <a:cubicBezTo>
                    <a:pt x="74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4" y="27"/>
                  </a:moveTo>
                  <a:cubicBezTo>
                    <a:pt x="74" y="11"/>
                    <a:pt x="62" y="0"/>
                    <a:pt x="48" y="0"/>
                  </a:cubicBezTo>
                  <a:cubicBezTo>
                    <a:pt x="32" y="0"/>
                    <a:pt x="21" y="14"/>
                    <a:pt x="21" y="27"/>
                  </a:cubicBezTo>
                  <a:cubicBezTo>
                    <a:pt x="21" y="40"/>
                    <a:pt x="32" y="53"/>
                    <a:pt x="48" y="53"/>
                  </a:cubicBezTo>
                  <a:cubicBezTo>
                    <a:pt x="62" y="53"/>
                    <a:pt x="74" y="43"/>
                    <a:pt x="74" y="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0" name="Freeform 89">
              <a:extLst>
                <a:ext uri="{FF2B5EF4-FFF2-40B4-BE49-F238E27FC236}">
                  <a16:creationId xmlns:a16="http://schemas.microsoft.com/office/drawing/2014/main" id="{45372D5D-E147-2B1E-D9A1-BB9B5C9CF32E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7392988" y="5835650"/>
              <a:ext cx="274638" cy="136525"/>
            </a:xfrm>
            <a:custGeom>
              <a:avLst/>
              <a:gdLst>
                <a:gd name="T0" fmla="*/ 39 w 389"/>
                <a:gd name="T1" fmla="*/ 49 h 221"/>
                <a:gd name="T2" fmla="*/ 39 w 389"/>
                <a:gd name="T3" fmla="*/ 183 h 221"/>
                <a:gd name="T4" fmla="*/ 0 w 389"/>
                <a:gd name="T5" fmla="*/ 205 h 221"/>
                <a:gd name="T6" fmla="*/ 0 w 389"/>
                <a:gd name="T7" fmla="*/ 221 h 221"/>
                <a:gd name="T8" fmla="*/ 57 w 389"/>
                <a:gd name="T9" fmla="*/ 219 h 221"/>
                <a:gd name="T10" fmla="*/ 112 w 389"/>
                <a:gd name="T11" fmla="*/ 221 h 221"/>
                <a:gd name="T12" fmla="*/ 112 w 389"/>
                <a:gd name="T13" fmla="*/ 205 h 221"/>
                <a:gd name="T14" fmla="*/ 74 w 389"/>
                <a:gd name="T15" fmla="*/ 183 h 221"/>
                <a:gd name="T16" fmla="*/ 74 w 389"/>
                <a:gd name="T17" fmla="*/ 91 h 221"/>
                <a:gd name="T18" fmla="*/ 141 w 389"/>
                <a:gd name="T19" fmla="*/ 11 h 221"/>
                <a:gd name="T20" fmla="*/ 178 w 389"/>
                <a:gd name="T21" fmla="*/ 67 h 221"/>
                <a:gd name="T22" fmla="*/ 178 w 389"/>
                <a:gd name="T23" fmla="*/ 183 h 221"/>
                <a:gd name="T24" fmla="*/ 139 w 389"/>
                <a:gd name="T25" fmla="*/ 205 h 221"/>
                <a:gd name="T26" fmla="*/ 139 w 389"/>
                <a:gd name="T27" fmla="*/ 221 h 221"/>
                <a:gd name="T28" fmla="*/ 195 w 389"/>
                <a:gd name="T29" fmla="*/ 219 h 221"/>
                <a:gd name="T30" fmla="*/ 251 w 389"/>
                <a:gd name="T31" fmla="*/ 221 h 221"/>
                <a:gd name="T32" fmla="*/ 251 w 389"/>
                <a:gd name="T33" fmla="*/ 205 h 221"/>
                <a:gd name="T34" fmla="*/ 212 w 389"/>
                <a:gd name="T35" fmla="*/ 183 h 221"/>
                <a:gd name="T36" fmla="*/ 212 w 389"/>
                <a:gd name="T37" fmla="*/ 91 h 221"/>
                <a:gd name="T38" fmla="*/ 279 w 389"/>
                <a:gd name="T39" fmla="*/ 11 h 221"/>
                <a:gd name="T40" fmla="*/ 316 w 389"/>
                <a:gd name="T41" fmla="*/ 67 h 221"/>
                <a:gd name="T42" fmla="*/ 316 w 389"/>
                <a:gd name="T43" fmla="*/ 183 h 221"/>
                <a:gd name="T44" fmla="*/ 277 w 389"/>
                <a:gd name="T45" fmla="*/ 205 h 221"/>
                <a:gd name="T46" fmla="*/ 277 w 389"/>
                <a:gd name="T47" fmla="*/ 221 h 221"/>
                <a:gd name="T48" fmla="*/ 334 w 389"/>
                <a:gd name="T49" fmla="*/ 219 h 221"/>
                <a:gd name="T50" fmla="*/ 389 w 389"/>
                <a:gd name="T51" fmla="*/ 221 h 221"/>
                <a:gd name="T52" fmla="*/ 389 w 389"/>
                <a:gd name="T53" fmla="*/ 205 h 221"/>
                <a:gd name="T54" fmla="*/ 351 w 389"/>
                <a:gd name="T55" fmla="*/ 190 h 221"/>
                <a:gd name="T56" fmla="*/ 351 w 389"/>
                <a:gd name="T57" fmla="*/ 95 h 221"/>
                <a:gd name="T58" fmla="*/ 335 w 389"/>
                <a:gd name="T59" fmla="*/ 19 h 221"/>
                <a:gd name="T60" fmla="*/ 283 w 389"/>
                <a:gd name="T61" fmla="*/ 0 h 221"/>
                <a:gd name="T62" fmla="*/ 211 w 389"/>
                <a:gd name="T63" fmla="*/ 49 h 221"/>
                <a:gd name="T64" fmla="*/ 144 w 389"/>
                <a:gd name="T65" fmla="*/ 0 h 221"/>
                <a:gd name="T66" fmla="*/ 71 w 389"/>
                <a:gd name="T67" fmla="*/ 53 h 221"/>
                <a:gd name="T68" fmla="*/ 71 w 389"/>
                <a:gd name="T69" fmla="*/ 0 h 221"/>
                <a:gd name="T70" fmla="*/ 0 w 389"/>
                <a:gd name="T71" fmla="*/ 6 h 221"/>
                <a:gd name="T72" fmla="*/ 0 w 389"/>
                <a:gd name="T73" fmla="*/ 21 h 221"/>
                <a:gd name="T74" fmla="*/ 39 w 389"/>
                <a:gd name="T75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9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18" y="220"/>
                    <a:pt x="43" y="219"/>
                    <a:pt x="57" y="219"/>
                  </a:cubicBezTo>
                  <a:cubicBezTo>
                    <a:pt x="70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9" y="205"/>
                    <a:pt x="74" y="205"/>
                    <a:pt x="74" y="183"/>
                  </a:cubicBezTo>
                  <a:lnTo>
                    <a:pt x="74" y="91"/>
                  </a:lnTo>
                  <a:cubicBezTo>
                    <a:pt x="74" y="39"/>
                    <a:pt x="109" y="11"/>
                    <a:pt x="141" y="11"/>
                  </a:cubicBezTo>
                  <a:cubicBezTo>
                    <a:pt x="172" y="11"/>
                    <a:pt x="178" y="38"/>
                    <a:pt x="178" y="67"/>
                  </a:cubicBezTo>
                  <a:lnTo>
                    <a:pt x="178" y="183"/>
                  </a:lnTo>
                  <a:cubicBezTo>
                    <a:pt x="178" y="205"/>
                    <a:pt x="172" y="205"/>
                    <a:pt x="139" y="205"/>
                  </a:cubicBezTo>
                  <a:lnTo>
                    <a:pt x="139" y="221"/>
                  </a:lnTo>
                  <a:cubicBezTo>
                    <a:pt x="156" y="220"/>
                    <a:pt x="182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18" y="205"/>
                    <a:pt x="212" y="205"/>
                    <a:pt x="212" y="183"/>
                  </a:cubicBezTo>
                  <a:lnTo>
                    <a:pt x="212" y="91"/>
                  </a:lnTo>
                  <a:cubicBezTo>
                    <a:pt x="212" y="39"/>
                    <a:pt x="247" y="11"/>
                    <a:pt x="279" y="11"/>
                  </a:cubicBezTo>
                  <a:cubicBezTo>
                    <a:pt x="311" y="11"/>
                    <a:pt x="316" y="38"/>
                    <a:pt x="316" y="67"/>
                  </a:cubicBezTo>
                  <a:lnTo>
                    <a:pt x="316" y="183"/>
                  </a:lnTo>
                  <a:cubicBezTo>
                    <a:pt x="316" y="205"/>
                    <a:pt x="311" y="205"/>
                    <a:pt x="277" y="205"/>
                  </a:cubicBezTo>
                  <a:lnTo>
                    <a:pt x="277" y="221"/>
                  </a:lnTo>
                  <a:cubicBezTo>
                    <a:pt x="295" y="220"/>
                    <a:pt x="320" y="219"/>
                    <a:pt x="334" y="219"/>
                  </a:cubicBezTo>
                  <a:cubicBezTo>
                    <a:pt x="347" y="219"/>
                    <a:pt x="372" y="220"/>
                    <a:pt x="389" y="221"/>
                  </a:cubicBezTo>
                  <a:lnTo>
                    <a:pt x="389" y="205"/>
                  </a:lnTo>
                  <a:cubicBezTo>
                    <a:pt x="363" y="205"/>
                    <a:pt x="351" y="205"/>
                    <a:pt x="351" y="190"/>
                  </a:cubicBezTo>
                  <a:lnTo>
                    <a:pt x="351" y="95"/>
                  </a:lnTo>
                  <a:cubicBezTo>
                    <a:pt x="351" y="52"/>
                    <a:pt x="351" y="37"/>
                    <a:pt x="335" y="19"/>
                  </a:cubicBezTo>
                  <a:cubicBezTo>
                    <a:pt x="328" y="10"/>
                    <a:pt x="312" y="0"/>
                    <a:pt x="283" y="0"/>
                  </a:cubicBezTo>
                  <a:cubicBezTo>
                    <a:pt x="241" y="0"/>
                    <a:pt x="219" y="30"/>
                    <a:pt x="211" y="49"/>
                  </a:cubicBezTo>
                  <a:cubicBezTo>
                    <a:pt x="204" y="6"/>
                    <a:pt x="167" y="0"/>
                    <a:pt x="144" y="0"/>
                  </a:cubicBezTo>
                  <a:cubicBezTo>
                    <a:pt x="108" y="0"/>
                    <a:pt x="84" y="22"/>
                    <a:pt x="71" y="53"/>
                  </a:cubicBezTo>
                  <a:lnTo>
                    <a:pt x="71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1" name="Freeform 90">
              <a:extLst>
                <a:ext uri="{FF2B5EF4-FFF2-40B4-BE49-F238E27FC236}">
                  <a16:creationId xmlns:a16="http://schemas.microsoft.com/office/drawing/2014/main" id="{633E33FD-78A6-C6EB-8E05-2EC1BA036C89}"/>
                </a:ext>
              </a:extLst>
            </p:cNvPr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7040563" y="6015038"/>
              <a:ext cx="200025" cy="152400"/>
            </a:xfrm>
            <a:custGeom>
              <a:avLst/>
              <a:gdLst>
                <a:gd name="T0" fmla="*/ 154 w 285"/>
                <a:gd name="T1" fmla="*/ 8 h 249"/>
                <a:gd name="T2" fmla="*/ 142 w 285"/>
                <a:gd name="T3" fmla="*/ 0 h 249"/>
                <a:gd name="T4" fmla="*/ 131 w 285"/>
                <a:gd name="T5" fmla="*/ 7 h 249"/>
                <a:gd name="T6" fmla="*/ 3 w 285"/>
                <a:gd name="T7" fmla="*/ 241 h 249"/>
                <a:gd name="T8" fmla="*/ 0 w 285"/>
                <a:gd name="T9" fmla="*/ 246 h 249"/>
                <a:gd name="T10" fmla="*/ 9 w 285"/>
                <a:gd name="T11" fmla="*/ 249 h 249"/>
                <a:gd name="T12" fmla="*/ 276 w 285"/>
                <a:gd name="T13" fmla="*/ 249 h 249"/>
                <a:gd name="T14" fmla="*/ 285 w 285"/>
                <a:gd name="T15" fmla="*/ 246 h 249"/>
                <a:gd name="T16" fmla="*/ 282 w 285"/>
                <a:gd name="T17" fmla="*/ 241 h 249"/>
                <a:gd name="T18" fmla="*/ 154 w 285"/>
                <a:gd name="T19" fmla="*/ 8 h 249"/>
                <a:gd name="T20" fmla="*/ 131 w 285"/>
                <a:gd name="T21" fmla="*/ 35 h 249"/>
                <a:gd name="T22" fmla="*/ 233 w 285"/>
                <a:gd name="T23" fmla="*/ 221 h 249"/>
                <a:gd name="T24" fmla="*/ 28 w 285"/>
                <a:gd name="T25" fmla="*/ 221 h 249"/>
                <a:gd name="T26" fmla="*/ 131 w 285"/>
                <a:gd name="T27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5" h="249">
                  <a:moveTo>
                    <a:pt x="154" y="8"/>
                  </a:moveTo>
                  <a:cubicBezTo>
                    <a:pt x="150" y="2"/>
                    <a:pt x="149" y="0"/>
                    <a:pt x="142" y="0"/>
                  </a:cubicBezTo>
                  <a:cubicBezTo>
                    <a:pt x="138" y="0"/>
                    <a:pt x="135" y="1"/>
                    <a:pt x="131" y="7"/>
                  </a:cubicBezTo>
                  <a:lnTo>
                    <a:pt x="3" y="241"/>
                  </a:lnTo>
                  <a:cubicBezTo>
                    <a:pt x="0" y="245"/>
                    <a:pt x="0" y="245"/>
                    <a:pt x="0" y="246"/>
                  </a:cubicBezTo>
                  <a:cubicBezTo>
                    <a:pt x="0" y="249"/>
                    <a:pt x="3" y="249"/>
                    <a:pt x="9" y="249"/>
                  </a:cubicBezTo>
                  <a:lnTo>
                    <a:pt x="276" y="249"/>
                  </a:lnTo>
                  <a:cubicBezTo>
                    <a:pt x="282" y="249"/>
                    <a:pt x="285" y="249"/>
                    <a:pt x="285" y="246"/>
                  </a:cubicBezTo>
                  <a:cubicBezTo>
                    <a:pt x="285" y="245"/>
                    <a:pt x="285" y="245"/>
                    <a:pt x="282" y="241"/>
                  </a:cubicBezTo>
                  <a:lnTo>
                    <a:pt x="154" y="8"/>
                  </a:lnTo>
                  <a:close/>
                  <a:moveTo>
                    <a:pt x="131" y="35"/>
                  </a:moveTo>
                  <a:lnTo>
                    <a:pt x="233" y="221"/>
                  </a:lnTo>
                  <a:lnTo>
                    <a:pt x="28" y="221"/>
                  </a:lnTo>
                  <a:lnTo>
                    <a:pt x="131" y="3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2" name="Freeform 91 2">
              <a:extLst>
                <a:ext uri="{FF2B5EF4-FFF2-40B4-BE49-F238E27FC236}">
                  <a16:creationId xmlns:a16="http://schemas.microsoft.com/office/drawing/2014/main" id="{93E2A37E-4559-C457-347A-52EE95055C44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7267575" y="6073775"/>
              <a:ext cx="131763" cy="96837"/>
            </a:xfrm>
            <a:custGeom>
              <a:avLst/>
              <a:gdLst>
                <a:gd name="T0" fmla="*/ 70 w 187"/>
                <a:gd name="T1" fmla="*/ 117 h 158"/>
                <a:gd name="T2" fmla="*/ 38 w 187"/>
                <a:gd name="T3" fmla="*/ 148 h 158"/>
                <a:gd name="T4" fmla="*/ 19 w 187"/>
                <a:gd name="T5" fmla="*/ 143 h 158"/>
                <a:gd name="T6" fmla="*/ 34 w 187"/>
                <a:gd name="T7" fmla="*/ 124 h 158"/>
                <a:gd name="T8" fmla="*/ 20 w 187"/>
                <a:gd name="T9" fmla="*/ 111 h 158"/>
                <a:gd name="T10" fmla="*/ 0 w 187"/>
                <a:gd name="T11" fmla="*/ 132 h 158"/>
                <a:gd name="T12" fmla="*/ 37 w 187"/>
                <a:gd name="T13" fmla="*/ 158 h 158"/>
                <a:gd name="T14" fmla="*/ 76 w 187"/>
                <a:gd name="T15" fmla="*/ 133 h 158"/>
                <a:gd name="T16" fmla="*/ 117 w 187"/>
                <a:gd name="T17" fmla="*/ 158 h 158"/>
                <a:gd name="T18" fmla="*/ 179 w 187"/>
                <a:gd name="T19" fmla="*/ 104 h 158"/>
                <a:gd name="T20" fmla="*/ 173 w 187"/>
                <a:gd name="T21" fmla="*/ 100 h 158"/>
                <a:gd name="T22" fmla="*/ 167 w 187"/>
                <a:gd name="T23" fmla="*/ 106 h 158"/>
                <a:gd name="T24" fmla="*/ 119 w 187"/>
                <a:gd name="T25" fmla="*/ 148 h 158"/>
                <a:gd name="T26" fmla="*/ 97 w 187"/>
                <a:gd name="T27" fmla="*/ 125 h 158"/>
                <a:gd name="T28" fmla="*/ 116 w 187"/>
                <a:gd name="T29" fmla="*/ 46 h 158"/>
                <a:gd name="T30" fmla="*/ 150 w 187"/>
                <a:gd name="T31" fmla="*/ 10 h 158"/>
                <a:gd name="T32" fmla="*/ 169 w 187"/>
                <a:gd name="T33" fmla="*/ 15 h 158"/>
                <a:gd name="T34" fmla="*/ 153 w 187"/>
                <a:gd name="T35" fmla="*/ 34 h 158"/>
                <a:gd name="T36" fmla="*/ 167 w 187"/>
                <a:gd name="T37" fmla="*/ 47 h 158"/>
                <a:gd name="T38" fmla="*/ 187 w 187"/>
                <a:gd name="T39" fmla="*/ 26 h 158"/>
                <a:gd name="T40" fmla="*/ 150 w 187"/>
                <a:gd name="T41" fmla="*/ 0 h 158"/>
                <a:gd name="T42" fmla="*/ 111 w 187"/>
                <a:gd name="T43" fmla="*/ 25 h 158"/>
                <a:gd name="T44" fmla="*/ 70 w 187"/>
                <a:gd name="T45" fmla="*/ 0 h 158"/>
                <a:gd name="T46" fmla="*/ 8 w 187"/>
                <a:gd name="T47" fmla="*/ 54 h 158"/>
                <a:gd name="T48" fmla="*/ 14 w 187"/>
                <a:gd name="T49" fmla="*/ 58 h 158"/>
                <a:gd name="T50" fmla="*/ 21 w 187"/>
                <a:gd name="T51" fmla="*/ 52 h 158"/>
                <a:gd name="T52" fmla="*/ 69 w 187"/>
                <a:gd name="T53" fmla="*/ 10 h 158"/>
                <a:gd name="T54" fmla="*/ 89 w 187"/>
                <a:gd name="T55" fmla="*/ 33 h 158"/>
                <a:gd name="T56" fmla="*/ 82 w 187"/>
                <a:gd name="T57" fmla="*/ 69 h 158"/>
                <a:gd name="T58" fmla="*/ 70 w 187"/>
                <a:gd name="T59" fmla="*/ 11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7" h="158">
                  <a:moveTo>
                    <a:pt x="70" y="117"/>
                  </a:moveTo>
                  <a:cubicBezTo>
                    <a:pt x="67" y="129"/>
                    <a:pt x="55" y="148"/>
                    <a:pt x="38" y="148"/>
                  </a:cubicBezTo>
                  <a:cubicBezTo>
                    <a:pt x="36" y="148"/>
                    <a:pt x="26" y="148"/>
                    <a:pt x="19" y="143"/>
                  </a:cubicBezTo>
                  <a:cubicBezTo>
                    <a:pt x="33" y="138"/>
                    <a:pt x="34" y="126"/>
                    <a:pt x="34" y="124"/>
                  </a:cubicBezTo>
                  <a:cubicBezTo>
                    <a:pt x="34" y="116"/>
                    <a:pt x="28" y="111"/>
                    <a:pt x="20" y="111"/>
                  </a:cubicBezTo>
                  <a:cubicBezTo>
                    <a:pt x="10" y="111"/>
                    <a:pt x="0" y="119"/>
                    <a:pt x="0" y="132"/>
                  </a:cubicBezTo>
                  <a:cubicBezTo>
                    <a:pt x="0" y="150"/>
                    <a:pt x="20" y="158"/>
                    <a:pt x="37" y="158"/>
                  </a:cubicBezTo>
                  <a:cubicBezTo>
                    <a:pt x="53" y="158"/>
                    <a:pt x="67" y="148"/>
                    <a:pt x="76" y="133"/>
                  </a:cubicBezTo>
                  <a:cubicBezTo>
                    <a:pt x="84" y="151"/>
                    <a:pt x="103" y="158"/>
                    <a:pt x="117" y="158"/>
                  </a:cubicBezTo>
                  <a:cubicBezTo>
                    <a:pt x="157" y="158"/>
                    <a:pt x="179" y="114"/>
                    <a:pt x="179" y="104"/>
                  </a:cubicBezTo>
                  <a:cubicBezTo>
                    <a:pt x="179" y="100"/>
                    <a:pt x="174" y="100"/>
                    <a:pt x="173" y="100"/>
                  </a:cubicBezTo>
                  <a:cubicBezTo>
                    <a:pt x="168" y="100"/>
                    <a:pt x="168" y="101"/>
                    <a:pt x="167" y="106"/>
                  </a:cubicBezTo>
                  <a:cubicBezTo>
                    <a:pt x="159" y="130"/>
                    <a:pt x="138" y="148"/>
                    <a:pt x="119" y="148"/>
                  </a:cubicBezTo>
                  <a:cubicBezTo>
                    <a:pt x="105" y="148"/>
                    <a:pt x="97" y="138"/>
                    <a:pt x="97" y="125"/>
                  </a:cubicBezTo>
                  <a:cubicBezTo>
                    <a:pt x="97" y="116"/>
                    <a:pt x="106" y="84"/>
                    <a:pt x="116" y="46"/>
                  </a:cubicBezTo>
                  <a:cubicBezTo>
                    <a:pt x="123" y="19"/>
                    <a:pt x="138" y="10"/>
                    <a:pt x="150" y="10"/>
                  </a:cubicBezTo>
                  <a:cubicBezTo>
                    <a:pt x="150" y="10"/>
                    <a:pt x="161" y="10"/>
                    <a:pt x="169" y="15"/>
                  </a:cubicBezTo>
                  <a:cubicBezTo>
                    <a:pt x="157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7" y="40"/>
                    <a:pt x="187" y="26"/>
                  </a:cubicBezTo>
                  <a:cubicBezTo>
                    <a:pt x="187" y="6"/>
                    <a:pt x="164" y="0"/>
                    <a:pt x="150" y="0"/>
                  </a:cubicBezTo>
                  <a:cubicBezTo>
                    <a:pt x="133" y="0"/>
                    <a:pt x="119" y="12"/>
                    <a:pt x="111" y="25"/>
                  </a:cubicBezTo>
                  <a:cubicBezTo>
                    <a:pt x="105" y="11"/>
                    <a:pt x="89" y="0"/>
                    <a:pt x="70" y="0"/>
                  </a:cubicBezTo>
                  <a:cubicBezTo>
                    <a:pt x="31" y="0"/>
                    <a:pt x="8" y="43"/>
                    <a:pt x="8" y="54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9" y="58"/>
                    <a:pt x="19" y="57"/>
                    <a:pt x="21" y="52"/>
                  </a:cubicBezTo>
                  <a:cubicBezTo>
                    <a:pt x="29" y="25"/>
                    <a:pt x="51" y="10"/>
                    <a:pt x="69" y="10"/>
                  </a:cubicBezTo>
                  <a:cubicBezTo>
                    <a:pt x="80" y="10"/>
                    <a:pt x="89" y="16"/>
                    <a:pt x="89" y="33"/>
                  </a:cubicBezTo>
                  <a:cubicBezTo>
                    <a:pt x="89" y="40"/>
                    <a:pt x="85" y="58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3" name="Freeform 92 2">
              <a:extLst>
                <a:ext uri="{FF2B5EF4-FFF2-40B4-BE49-F238E27FC236}">
                  <a16:creationId xmlns:a16="http://schemas.microsoft.com/office/drawing/2014/main" id="{34AB7618-1782-4FA3-BEE3-C9614F94216A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7434263" y="6057900"/>
              <a:ext cx="241300" cy="112712"/>
            </a:xfrm>
            <a:custGeom>
              <a:avLst/>
              <a:gdLst>
                <a:gd name="T0" fmla="*/ 294 w 343"/>
                <a:gd name="T1" fmla="*/ 100 h 184"/>
                <a:gd name="T2" fmla="*/ 244 w 343"/>
                <a:gd name="T3" fmla="*/ 178 h 184"/>
                <a:gd name="T4" fmla="*/ 253 w 343"/>
                <a:gd name="T5" fmla="*/ 184 h 184"/>
                <a:gd name="T6" fmla="*/ 262 w 343"/>
                <a:gd name="T7" fmla="*/ 178 h 184"/>
                <a:gd name="T8" fmla="*/ 288 w 343"/>
                <a:gd name="T9" fmla="*/ 128 h 184"/>
                <a:gd name="T10" fmla="*/ 340 w 343"/>
                <a:gd name="T11" fmla="*/ 96 h 184"/>
                <a:gd name="T12" fmla="*/ 343 w 343"/>
                <a:gd name="T13" fmla="*/ 92 h 184"/>
                <a:gd name="T14" fmla="*/ 337 w 343"/>
                <a:gd name="T15" fmla="*/ 86 h 184"/>
                <a:gd name="T16" fmla="*/ 261 w 343"/>
                <a:gd name="T17" fmla="*/ 4 h 184"/>
                <a:gd name="T18" fmla="*/ 253 w 343"/>
                <a:gd name="T19" fmla="*/ 0 h 184"/>
                <a:gd name="T20" fmla="*/ 244 w 343"/>
                <a:gd name="T21" fmla="*/ 5 h 184"/>
                <a:gd name="T22" fmla="*/ 265 w 343"/>
                <a:gd name="T23" fmla="*/ 53 h 184"/>
                <a:gd name="T24" fmla="*/ 294 w 343"/>
                <a:gd name="T25" fmla="*/ 83 h 184"/>
                <a:gd name="T26" fmla="*/ 14 w 343"/>
                <a:gd name="T27" fmla="*/ 83 h 184"/>
                <a:gd name="T28" fmla="*/ 0 w 343"/>
                <a:gd name="T29" fmla="*/ 92 h 184"/>
                <a:gd name="T30" fmla="*/ 14 w 343"/>
                <a:gd name="T31" fmla="*/ 100 h 184"/>
                <a:gd name="T32" fmla="*/ 294 w 343"/>
                <a:gd name="T33" fmla="*/ 10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3" h="184">
                  <a:moveTo>
                    <a:pt x="294" y="100"/>
                  </a:moveTo>
                  <a:cubicBezTo>
                    <a:pt x="250" y="132"/>
                    <a:pt x="244" y="178"/>
                    <a:pt x="244" y="178"/>
                  </a:cubicBezTo>
                  <a:cubicBezTo>
                    <a:pt x="244" y="184"/>
                    <a:pt x="248" y="184"/>
                    <a:pt x="253" y="184"/>
                  </a:cubicBezTo>
                  <a:cubicBezTo>
                    <a:pt x="259" y="184"/>
                    <a:pt x="260" y="184"/>
                    <a:pt x="262" y="178"/>
                  </a:cubicBezTo>
                  <a:cubicBezTo>
                    <a:pt x="264" y="169"/>
                    <a:pt x="269" y="147"/>
                    <a:pt x="288" y="128"/>
                  </a:cubicBezTo>
                  <a:cubicBezTo>
                    <a:pt x="308" y="106"/>
                    <a:pt x="325" y="101"/>
                    <a:pt x="340" y="96"/>
                  </a:cubicBezTo>
                  <a:cubicBezTo>
                    <a:pt x="342" y="96"/>
                    <a:pt x="343" y="94"/>
                    <a:pt x="343" y="92"/>
                  </a:cubicBezTo>
                  <a:cubicBezTo>
                    <a:pt x="343" y="88"/>
                    <a:pt x="341" y="88"/>
                    <a:pt x="337" y="86"/>
                  </a:cubicBezTo>
                  <a:cubicBezTo>
                    <a:pt x="286" y="70"/>
                    <a:pt x="269" y="35"/>
                    <a:pt x="261" y="4"/>
                  </a:cubicBezTo>
                  <a:cubicBezTo>
                    <a:pt x="260" y="0"/>
                    <a:pt x="258" y="0"/>
                    <a:pt x="253" y="0"/>
                  </a:cubicBezTo>
                  <a:cubicBezTo>
                    <a:pt x="248" y="0"/>
                    <a:pt x="244" y="0"/>
                    <a:pt x="244" y="5"/>
                  </a:cubicBezTo>
                  <a:cubicBezTo>
                    <a:pt x="244" y="6"/>
                    <a:pt x="248" y="29"/>
                    <a:pt x="265" y="53"/>
                  </a:cubicBezTo>
                  <a:cubicBezTo>
                    <a:pt x="273" y="65"/>
                    <a:pt x="283" y="75"/>
                    <a:pt x="294" y="83"/>
                  </a:cubicBezTo>
                  <a:lnTo>
                    <a:pt x="14" y="83"/>
                  </a:lnTo>
                  <a:cubicBezTo>
                    <a:pt x="9" y="83"/>
                    <a:pt x="0" y="83"/>
                    <a:pt x="0" y="92"/>
                  </a:cubicBezTo>
                  <a:cubicBezTo>
                    <a:pt x="0" y="100"/>
                    <a:pt x="8" y="100"/>
                    <a:pt x="14" y="100"/>
                  </a:cubicBezTo>
                  <a:lnTo>
                    <a:pt x="294" y="10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4" name="Freeform 93 2">
              <a:extLst>
                <a:ext uri="{FF2B5EF4-FFF2-40B4-BE49-F238E27FC236}">
                  <a16:creationId xmlns:a16="http://schemas.microsoft.com/office/drawing/2014/main" id="{581471B7-2EFB-95BD-660C-51D24FBEC1E7}"/>
                </a:ext>
              </a:extLst>
            </p:cNvPr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7708900" y="6026150"/>
              <a:ext cx="112713" cy="146050"/>
            </a:xfrm>
            <a:custGeom>
              <a:avLst/>
              <a:gdLst>
                <a:gd name="T0" fmla="*/ 161 w 161"/>
                <a:gd name="T1" fmla="*/ 121 h 239"/>
                <a:gd name="T2" fmla="*/ 141 w 161"/>
                <a:gd name="T3" fmla="*/ 30 h 239"/>
                <a:gd name="T4" fmla="*/ 81 w 161"/>
                <a:gd name="T5" fmla="*/ 0 h 239"/>
                <a:gd name="T6" fmla="*/ 0 w 161"/>
                <a:gd name="T7" fmla="*/ 121 h 239"/>
                <a:gd name="T8" fmla="*/ 81 w 161"/>
                <a:gd name="T9" fmla="*/ 239 h 239"/>
                <a:gd name="T10" fmla="*/ 161 w 161"/>
                <a:gd name="T11" fmla="*/ 121 h 239"/>
                <a:gd name="T12" fmla="*/ 81 w 161"/>
                <a:gd name="T13" fmla="*/ 229 h 239"/>
                <a:gd name="T14" fmla="*/ 36 w 161"/>
                <a:gd name="T15" fmla="*/ 191 h 239"/>
                <a:gd name="T16" fmla="*/ 31 w 161"/>
                <a:gd name="T17" fmla="*/ 116 h 239"/>
                <a:gd name="T18" fmla="*/ 37 w 161"/>
                <a:gd name="T19" fmla="*/ 45 h 239"/>
                <a:gd name="T20" fmla="*/ 81 w 161"/>
                <a:gd name="T21" fmla="*/ 10 h 239"/>
                <a:gd name="T22" fmla="*/ 124 w 161"/>
                <a:gd name="T23" fmla="*/ 42 h 239"/>
                <a:gd name="T24" fmla="*/ 130 w 161"/>
                <a:gd name="T25" fmla="*/ 116 h 239"/>
                <a:gd name="T26" fmla="*/ 125 w 161"/>
                <a:gd name="T27" fmla="*/ 190 h 239"/>
                <a:gd name="T28" fmla="*/ 81 w 161"/>
                <a:gd name="T29" fmla="*/ 22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1" h="239">
                  <a:moveTo>
                    <a:pt x="161" y="121"/>
                  </a:moveTo>
                  <a:cubicBezTo>
                    <a:pt x="161" y="82"/>
                    <a:pt x="157" y="55"/>
                    <a:pt x="141" y="30"/>
                  </a:cubicBezTo>
                  <a:cubicBezTo>
                    <a:pt x="130" y="14"/>
                    <a:pt x="108" y="0"/>
                    <a:pt x="81" y="0"/>
                  </a:cubicBezTo>
                  <a:cubicBezTo>
                    <a:pt x="0" y="0"/>
                    <a:pt x="0" y="96"/>
                    <a:pt x="0" y="121"/>
                  </a:cubicBezTo>
                  <a:cubicBezTo>
                    <a:pt x="0" y="146"/>
                    <a:pt x="0" y="239"/>
                    <a:pt x="81" y="239"/>
                  </a:cubicBezTo>
                  <a:cubicBezTo>
                    <a:pt x="161" y="239"/>
                    <a:pt x="161" y="146"/>
                    <a:pt x="161" y="121"/>
                  </a:cubicBezTo>
                  <a:close/>
                  <a:moveTo>
                    <a:pt x="81" y="229"/>
                  </a:moveTo>
                  <a:cubicBezTo>
                    <a:pt x="64" y="229"/>
                    <a:pt x="43" y="220"/>
                    <a:pt x="36" y="191"/>
                  </a:cubicBezTo>
                  <a:cubicBezTo>
                    <a:pt x="31" y="171"/>
                    <a:pt x="31" y="142"/>
                    <a:pt x="31" y="116"/>
                  </a:cubicBezTo>
                  <a:cubicBezTo>
                    <a:pt x="31" y="91"/>
                    <a:pt x="31" y="64"/>
                    <a:pt x="37" y="45"/>
                  </a:cubicBezTo>
                  <a:cubicBezTo>
                    <a:pt x="44" y="18"/>
                    <a:pt x="66" y="10"/>
                    <a:pt x="81" y="10"/>
                  </a:cubicBezTo>
                  <a:cubicBezTo>
                    <a:pt x="99" y="10"/>
                    <a:pt x="117" y="22"/>
                    <a:pt x="124" y="42"/>
                  </a:cubicBezTo>
                  <a:cubicBezTo>
                    <a:pt x="129" y="61"/>
                    <a:pt x="130" y="86"/>
                    <a:pt x="130" y="116"/>
                  </a:cubicBezTo>
                  <a:cubicBezTo>
                    <a:pt x="130" y="142"/>
                    <a:pt x="130" y="168"/>
                    <a:pt x="125" y="190"/>
                  </a:cubicBezTo>
                  <a:cubicBezTo>
                    <a:pt x="118" y="222"/>
                    <a:pt x="94" y="229"/>
                    <a:pt x="81" y="22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5" name="Freeform 94 2">
              <a:extLst>
                <a:ext uri="{FF2B5EF4-FFF2-40B4-BE49-F238E27FC236}">
                  <a16:creationId xmlns:a16="http://schemas.microsoft.com/office/drawing/2014/main" id="{7C20DA53-7AF5-F2B5-CE2F-29F9262E9877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7953375" y="5672138"/>
              <a:ext cx="130175" cy="195262"/>
            </a:xfrm>
            <a:custGeom>
              <a:avLst/>
              <a:gdLst>
                <a:gd name="T0" fmla="*/ 117 w 185"/>
                <a:gd name="T1" fmla="*/ 108 h 317"/>
                <a:gd name="T2" fmla="*/ 151 w 185"/>
                <a:gd name="T3" fmla="*/ 108 h 317"/>
                <a:gd name="T4" fmla="*/ 162 w 185"/>
                <a:gd name="T5" fmla="*/ 100 h 317"/>
                <a:gd name="T6" fmla="*/ 152 w 185"/>
                <a:gd name="T7" fmla="*/ 96 h 317"/>
                <a:gd name="T8" fmla="*/ 119 w 185"/>
                <a:gd name="T9" fmla="*/ 96 h 317"/>
                <a:gd name="T10" fmla="*/ 133 w 185"/>
                <a:gd name="T11" fmla="*/ 25 h 317"/>
                <a:gd name="T12" fmla="*/ 151 w 185"/>
                <a:gd name="T13" fmla="*/ 10 h 317"/>
                <a:gd name="T14" fmla="*/ 167 w 185"/>
                <a:gd name="T15" fmla="*/ 14 h 317"/>
                <a:gd name="T16" fmla="*/ 152 w 185"/>
                <a:gd name="T17" fmla="*/ 33 h 317"/>
                <a:gd name="T18" fmla="*/ 166 w 185"/>
                <a:gd name="T19" fmla="*/ 46 h 317"/>
                <a:gd name="T20" fmla="*/ 185 w 185"/>
                <a:gd name="T21" fmla="*/ 25 h 317"/>
                <a:gd name="T22" fmla="*/ 151 w 185"/>
                <a:gd name="T23" fmla="*/ 0 h 317"/>
                <a:gd name="T24" fmla="*/ 109 w 185"/>
                <a:gd name="T25" fmla="*/ 26 h 317"/>
                <a:gd name="T26" fmla="*/ 92 w 185"/>
                <a:gd name="T27" fmla="*/ 96 h 317"/>
                <a:gd name="T28" fmla="*/ 64 w 185"/>
                <a:gd name="T29" fmla="*/ 96 h 317"/>
                <a:gd name="T30" fmla="*/ 53 w 185"/>
                <a:gd name="T31" fmla="*/ 103 h 317"/>
                <a:gd name="T32" fmla="*/ 63 w 185"/>
                <a:gd name="T33" fmla="*/ 108 h 317"/>
                <a:gd name="T34" fmla="*/ 89 w 185"/>
                <a:gd name="T35" fmla="*/ 108 h 317"/>
                <a:gd name="T36" fmla="*/ 59 w 185"/>
                <a:gd name="T37" fmla="*/ 273 h 317"/>
                <a:gd name="T38" fmla="*/ 34 w 185"/>
                <a:gd name="T39" fmla="*/ 307 h 317"/>
                <a:gd name="T40" fmla="*/ 19 w 185"/>
                <a:gd name="T41" fmla="*/ 303 h 317"/>
                <a:gd name="T42" fmla="*/ 34 w 185"/>
                <a:gd name="T43" fmla="*/ 284 h 317"/>
                <a:gd name="T44" fmla="*/ 20 w 185"/>
                <a:gd name="T45" fmla="*/ 271 h 317"/>
                <a:gd name="T46" fmla="*/ 0 w 185"/>
                <a:gd name="T47" fmla="*/ 292 h 317"/>
                <a:gd name="T48" fmla="*/ 34 w 185"/>
                <a:gd name="T49" fmla="*/ 317 h 317"/>
                <a:gd name="T50" fmla="*/ 76 w 185"/>
                <a:gd name="T51" fmla="*/ 286 h 317"/>
                <a:gd name="T52" fmla="*/ 97 w 185"/>
                <a:gd name="T53" fmla="*/ 216 h 317"/>
                <a:gd name="T54" fmla="*/ 117 w 185"/>
                <a:gd name="T55" fmla="*/ 10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5" h="317">
                  <a:moveTo>
                    <a:pt x="117" y="108"/>
                  </a:moveTo>
                  <a:lnTo>
                    <a:pt x="151" y="108"/>
                  </a:lnTo>
                  <a:cubicBezTo>
                    <a:pt x="158" y="108"/>
                    <a:pt x="162" y="108"/>
                    <a:pt x="162" y="100"/>
                  </a:cubicBezTo>
                  <a:cubicBezTo>
                    <a:pt x="162" y="96"/>
                    <a:pt x="158" y="96"/>
                    <a:pt x="152" y="96"/>
                  </a:cubicBezTo>
                  <a:lnTo>
                    <a:pt x="119" y="96"/>
                  </a:lnTo>
                  <a:cubicBezTo>
                    <a:pt x="127" y="51"/>
                    <a:pt x="130" y="35"/>
                    <a:pt x="133" y="25"/>
                  </a:cubicBezTo>
                  <a:cubicBezTo>
                    <a:pt x="135" y="17"/>
                    <a:pt x="142" y="10"/>
                    <a:pt x="151" y="10"/>
                  </a:cubicBezTo>
                  <a:cubicBezTo>
                    <a:pt x="151" y="10"/>
                    <a:pt x="160" y="10"/>
                    <a:pt x="167" y="14"/>
                  </a:cubicBezTo>
                  <a:cubicBezTo>
                    <a:pt x="153" y="19"/>
                    <a:pt x="152" y="31"/>
                    <a:pt x="152" y="33"/>
                  </a:cubicBezTo>
                  <a:cubicBezTo>
                    <a:pt x="152" y="41"/>
                    <a:pt x="158" y="46"/>
                    <a:pt x="166" y="46"/>
                  </a:cubicBezTo>
                  <a:cubicBezTo>
                    <a:pt x="175" y="46"/>
                    <a:pt x="185" y="38"/>
                    <a:pt x="185" y="25"/>
                  </a:cubicBezTo>
                  <a:cubicBezTo>
                    <a:pt x="185" y="9"/>
                    <a:pt x="168" y="0"/>
                    <a:pt x="151" y="0"/>
                  </a:cubicBezTo>
                  <a:cubicBezTo>
                    <a:pt x="135" y="0"/>
                    <a:pt x="118" y="9"/>
                    <a:pt x="109" y="26"/>
                  </a:cubicBezTo>
                  <a:cubicBezTo>
                    <a:pt x="102" y="39"/>
                    <a:pt x="99" y="55"/>
                    <a:pt x="92" y="96"/>
                  </a:cubicBezTo>
                  <a:lnTo>
                    <a:pt x="64" y="96"/>
                  </a:lnTo>
                  <a:cubicBezTo>
                    <a:pt x="57" y="96"/>
                    <a:pt x="53" y="96"/>
                    <a:pt x="53" y="103"/>
                  </a:cubicBezTo>
                  <a:cubicBezTo>
                    <a:pt x="53" y="108"/>
                    <a:pt x="57" y="108"/>
                    <a:pt x="63" y="108"/>
                  </a:cubicBezTo>
                  <a:lnTo>
                    <a:pt x="89" y="108"/>
                  </a:lnTo>
                  <a:cubicBezTo>
                    <a:pt x="89" y="110"/>
                    <a:pt x="67" y="236"/>
                    <a:pt x="59" y="273"/>
                  </a:cubicBezTo>
                  <a:cubicBezTo>
                    <a:pt x="57" y="281"/>
                    <a:pt x="51" y="307"/>
                    <a:pt x="34" y="307"/>
                  </a:cubicBezTo>
                  <a:cubicBezTo>
                    <a:pt x="34" y="307"/>
                    <a:pt x="25" y="307"/>
                    <a:pt x="19" y="303"/>
                  </a:cubicBezTo>
                  <a:cubicBezTo>
                    <a:pt x="33" y="299"/>
                    <a:pt x="34" y="286"/>
                    <a:pt x="34" y="284"/>
                  </a:cubicBezTo>
                  <a:cubicBezTo>
                    <a:pt x="34" y="276"/>
                    <a:pt x="28" y="271"/>
                    <a:pt x="20" y="271"/>
                  </a:cubicBezTo>
                  <a:cubicBezTo>
                    <a:pt x="11" y="271"/>
                    <a:pt x="0" y="279"/>
                    <a:pt x="0" y="292"/>
                  </a:cubicBezTo>
                  <a:cubicBezTo>
                    <a:pt x="0" y="308"/>
                    <a:pt x="17" y="317"/>
                    <a:pt x="34" y="317"/>
                  </a:cubicBezTo>
                  <a:cubicBezTo>
                    <a:pt x="56" y="317"/>
                    <a:pt x="72" y="294"/>
                    <a:pt x="76" y="286"/>
                  </a:cubicBezTo>
                  <a:cubicBezTo>
                    <a:pt x="89" y="263"/>
                    <a:pt x="97" y="220"/>
                    <a:pt x="97" y="216"/>
                  </a:cubicBezTo>
                  <a:lnTo>
                    <a:pt x="117" y="10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6" name="Freeform 95 2">
              <a:extLst>
                <a:ext uri="{FF2B5EF4-FFF2-40B4-BE49-F238E27FC236}">
                  <a16:creationId xmlns:a16="http://schemas.microsoft.com/office/drawing/2014/main" id="{C12E9F04-2FBE-3F98-FC7B-127310036214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8128000" y="5662613"/>
              <a:ext cx="65088" cy="214312"/>
            </a:xfrm>
            <a:custGeom>
              <a:avLst/>
              <a:gdLst>
                <a:gd name="T0" fmla="*/ 84 w 91"/>
                <a:gd name="T1" fmla="*/ 0 h 349"/>
                <a:gd name="T2" fmla="*/ 0 w 91"/>
                <a:gd name="T3" fmla="*/ 174 h 349"/>
                <a:gd name="T4" fmla="*/ 84 w 91"/>
                <a:gd name="T5" fmla="*/ 349 h 349"/>
                <a:gd name="T6" fmla="*/ 91 w 91"/>
                <a:gd name="T7" fmla="*/ 345 h 349"/>
                <a:gd name="T8" fmla="*/ 87 w 91"/>
                <a:gd name="T9" fmla="*/ 339 h 349"/>
                <a:gd name="T10" fmla="*/ 24 w 91"/>
                <a:gd name="T11" fmla="*/ 175 h 349"/>
                <a:gd name="T12" fmla="*/ 88 w 91"/>
                <a:gd name="T13" fmla="*/ 9 h 349"/>
                <a:gd name="T14" fmla="*/ 91 w 91"/>
                <a:gd name="T15" fmla="*/ 4 h 349"/>
                <a:gd name="T16" fmla="*/ 84 w 91"/>
                <a:gd name="T17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349">
                  <a:moveTo>
                    <a:pt x="84" y="0"/>
                  </a:moveTo>
                  <a:cubicBezTo>
                    <a:pt x="18" y="47"/>
                    <a:pt x="0" y="121"/>
                    <a:pt x="0" y="174"/>
                  </a:cubicBezTo>
                  <a:cubicBezTo>
                    <a:pt x="0" y="223"/>
                    <a:pt x="15" y="300"/>
                    <a:pt x="84" y="349"/>
                  </a:cubicBezTo>
                  <a:cubicBezTo>
                    <a:pt x="87" y="349"/>
                    <a:pt x="91" y="349"/>
                    <a:pt x="91" y="345"/>
                  </a:cubicBezTo>
                  <a:cubicBezTo>
                    <a:pt x="91" y="342"/>
                    <a:pt x="90" y="342"/>
                    <a:pt x="87" y="339"/>
                  </a:cubicBezTo>
                  <a:cubicBezTo>
                    <a:pt x="41" y="297"/>
                    <a:pt x="24" y="238"/>
                    <a:pt x="24" y="175"/>
                  </a:cubicBezTo>
                  <a:cubicBezTo>
                    <a:pt x="24" y="80"/>
                    <a:pt x="60" y="34"/>
                    <a:pt x="88" y="9"/>
                  </a:cubicBezTo>
                  <a:cubicBezTo>
                    <a:pt x="90" y="7"/>
                    <a:pt x="91" y="6"/>
                    <a:pt x="91" y="4"/>
                  </a:cubicBezTo>
                  <a:cubicBezTo>
                    <a:pt x="91" y="0"/>
                    <a:pt x="87" y="0"/>
                    <a:pt x="84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7" name="Freeform 96 2">
              <a:extLst>
                <a:ext uri="{FF2B5EF4-FFF2-40B4-BE49-F238E27FC236}">
                  <a16:creationId xmlns:a16="http://schemas.microsoft.com/office/drawing/2014/main" id="{0B7DC2F7-3C82-F528-7DEF-112FDC030FB7}"/>
                </a:ext>
              </a:extLst>
            </p:cNvPr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8221663" y="5729288"/>
              <a:ext cx="131763" cy="95250"/>
            </a:xfrm>
            <a:custGeom>
              <a:avLst/>
              <a:gdLst>
                <a:gd name="T0" fmla="*/ 70 w 186"/>
                <a:gd name="T1" fmla="*/ 117 h 157"/>
                <a:gd name="T2" fmla="*/ 37 w 186"/>
                <a:gd name="T3" fmla="*/ 148 h 157"/>
                <a:gd name="T4" fmla="*/ 18 w 186"/>
                <a:gd name="T5" fmla="*/ 143 h 157"/>
                <a:gd name="T6" fmla="*/ 33 w 186"/>
                <a:gd name="T7" fmla="*/ 124 h 157"/>
                <a:gd name="T8" fmla="*/ 19 w 186"/>
                <a:gd name="T9" fmla="*/ 111 h 157"/>
                <a:gd name="T10" fmla="*/ 0 w 186"/>
                <a:gd name="T11" fmla="*/ 132 h 157"/>
                <a:gd name="T12" fmla="*/ 36 w 186"/>
                <a:gd name="T13" fmla="*/ 157 h 157"/>
                <a:gd name="T14" fmla="*/ 75 w 186"/>
                <a:gd name="T15" fmla="*/ 133 h 157"/>
                <a:gd name="T16" fmla="*/ 117 w 186"/>
                <a:gd name="T17" fmla="*/ 157 h 157"/>
                <a:gd name="T18" fmla="*/ 178 w 186"/>
                <a:gd name="T19" fmla="*/ 104 h 157"/>
                <a:gd name="T20" fmla="*/ 173 w 186"/>
                <a:gd name="T21" fmla="*/ 99 h 157"/>
                <a:gd name="T22" fmla="*/ 166 w 186"/>
                <a:gd name="T23" fmla="*/ 105 h 157"/>
                <a:gd name="T24" fmla="*/ 118 w 186"/>
                <a:gd name="T25" fmla="*/ 148 h 157"/>
                <a:gd name="T26" fmla="*/ 97 w 186"/>
                <a:gd name="T27" fmla="*/ 125 h 157"/>
                <a:gd name="T28" fmla="*/ 115 w 186"/>
                <a:gd name="T29" fmla="*/ 45 h 157"/>
                <a:gd name="T30" fmla="*/ 149 w 186"/>
                <a:gd name="T31" fmla="*/ 10 h 157"/>
                <a:gd name="T32" fmla="*/ 168 w 186"/>
                <a:gd name="T33" fmla="*/ 15 h 157"/>
                <a:gd name="T34" fmla="*/ 153 w 186"/>
                <a:gd name="T35" fmla="*/ 34 h 157"/>
                <a:gd name="T36" fmla="*/ 167 w 186"/>
                <a:gd name="T37" fmla="*/ 47 h 157"/>
                <a:gd name="T38" fmla="*/ 186 w 186"/>
                <a:gd name="T39" fmla="*/ 25 h 157"/>
                <a:gd name="T40" fmla="*/ 150 w 186"/>
                <a:gd name="T41" fmla="*/ 0 h 157"/>
                <a:gd name="T42" fmla="*/ 111 w 186"/>
                <a:gd name="T43" fmla="*/ 25 h 157"/>
                <a:gd name="T44" fmla="*/ 69 w 186"/>
                <a:gd name="T45" fmla="*/ 0 h 157"/>
                <a:gd name="T46" fmla="*/ 8 w 186"/>
                <a:gd name="T47" fmla="*/ 53 h 157"/>
                <a:gd name="T48" fmla="*/ 14 w 186"/>
                <a:gd name="T49" fmla="*/ 58 h 157"/>
                <a:gd name="T50" fmla="*/ 20 w 186"/>
                <a:gd name="T51" fmla="*/ 52 h 157"/>
                <a:gd name="T52" fmla="*/ 68 w 186"/>
                <a:gd name="T53" fmla="*/ 10 h 157"/>
                <a:gd name="T54" fmla="*/ 89 w 186"/>
                <a:gd name="T55" fmla="*/ 33 h 157"/>
                <a:gd name="T56" fmla="*/ 82 w 186"/>
                <a:gd name="T57" fmla="*/ 69 h 157"/>
                <a:gd name="T58" fmla="*/ 70 w 186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6" h="157">
                  <a:moveTo>
                    <a:pt x="70" y="117"/>
                  </a:moveTo>
                  <a:cubicBezTo>
                    <a:pt x="66" y="129"/>
                    <a:pt x="55" y="148"/>
                    <a:pt x="37" y="148"/>
                  </a:cubicBezTo>
                  <a:cubicBezTo>
                    <a:pt x="36" y="148"/>
                    <a:pt x="25" y="148"/>
                    <a:pt x="18" y="143"/>
                  </a:cubicBezTo>
                  <a:cubicBezTo>
                    <a:pt x="32" y="138"/>
                    <a:pt x="33" y="126"/>
                    <a:pt x="33" y="124"/>
                  </a:cubicBezTo>
                  <a:cubicBezTo>
                    <a:pt x="33" y="116"/>
                    <a:pt x="28" y="111"/>
                    <a:pt x="19" y="111"/>
                  </a:cubicBezTo>
                  <a:cubicBezTo>
                    <a:pt x="10" y="111"/>
                    <a:pt x="0" y="119"/>
                    <a:pt x="0" y="132"/>
                  </a:cubicBezTo>
                  <a:cubicBezTo>
                    <a:pt x="0" y="149"/>
                    <a:pt x="19" y="157"/>
                    <a:pt x="36" y="157"/>
                  </a:cubicBezTo>
                  <a:cubicBezTo>
                    <a:pt x="52" y="157"/>
                    <a:pt x="67" y="147"/>
                    <a:pt x="75" y="133"/>
                  </a:cubicBezTo>
                  <a:cubicBezTo>
                    <a:pt x="84" y="151"/>
                    <a:pt x="103" y="157"/>
                    <a:pt x="117" y="157"/>
                  </a:cubicBezTo>
                  <a:cubicBezTo>
                    <a:pt x="157" y="157"/>
                    <a:pt x="178" y="114"/>
                    <a:pt x="178" y="104"/>
                  </a:cubicBezTo>
                  <a:cubicBezTo>
                    <a:pt x="178" y="99"/>
                    <a:pt x="174" y="99"/>
                    <a:pt x="173" y="99"/>
                  </a:cubicBezTo>
                  <a:cubicBezTo>
                    <a:pt x="168" y="99"/>
                    <a:pt x="167" y="101"/>
                    <a:pt x="166" y="105"/>
                  </a:cubicBezTo>
                  <a:cubicBezTo>
                    <a:pt x="159" y="129"/>
                    <a:pt x="138" y="148"/>
                    <a:pt x="118" y="148"/>
                  </a:cubicBezTo>
                  <a:cubicBezTo>
                    <a:pt x="104" y="148"/>
                    <a:pt x="97" y="138"/>
                    <a:pt x="97" y="125"/>
                  </a:cubicBezTo>
                  <a:cubicBezTo>
                    <a:pt x="97" y="116"/>
                    <a:pt x="105" y="84"/>
                    <a:pt x="115" y="45"/>
                  </a:cubicBezTo>
                  <a:cubicBezTo>
                    <a:pt x="122" y="18"/>
                    <a:pt x="138" y="10"/>
                    <a:pt x="149" y="10"/>
                  </a:cubicBezTo>
                  <a:cubicBezTo>
                    <a:pt x="150" y="10"/>
                    <a:pt x="161" y="10"/>
                    <a:pt x="168" y="15"/>
                  </a:cubicBezTo>
                  <a:cubicBezTo>
                    <a:pt x="157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6" y="40"/>
                    <a:pt x="186" y="25"/>
                  </a:cubicBezTo>
                  <a:cubicBezTo>
                    <a:pt x="186" y="6"/>
                    <a:pt x="164" y="0"/>
                    <a:pt x="150" y="0"/>
                  </a:cubicBezTo>
                  <a:cubicBezTo>
                    <a:pt x="132" y="0"/>
                    <a:pt x="119" y="12"/>
                    <a:pt x="111" y="25"/>
                  </a:cubicBezTo>
                  <a:cubicBezTo>
                    <a:pt x="105" y="10"/>
                    <a:pt x="89" y="0"/>
                    <a:pt x="69" y="0"/>
                  </a:cubicBezTo>
                  <a:cubicBezTo>
                    <a:pt x="30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8" y="58"/>
                    <a:pt x="18" y="57"/>
                    <a:pt x="20" y="52"/>
                  </a:cubicBezTo>
                  <a:cubicBezTo>
                    <a:pt x="29" y="25"/>
                    <a:pt x="51" y="10"/>
                    <a:pt x="68" y="10"/>
                  </a:cubicBezTo>
                  <a:cubicBezTo>
                    <a:pt x="79" y="10"/>
                    <a:pt x="89" y="16"/>
                    <a:pt x="89" y="33"/>
                  </a:cubicBezTo>
                  <a:cubicBezTo>
                    <a:pt x="89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8" name="Freeform 97 2">
              <a:extLst>
                <a:ext uri="{FF2B5EF4-FFF2-40B4-BE49-F238E27FC236}">
                  <a16:creationId xmlns:a16="http://schemas.microsoft.com/office/drawing/2014/main" id="{0E4D96EB-B757-F89B-8B98-F40523BD6D0D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8386763" y="5691188"/>
              <a:ext cx="180975" cy="157162"/>
            </a:xfrm>
            <a:custGeom>
              <a:avLst/>
              <a:gdLst>
                <a:gd name="T0" fmla="*/ 137 w 257"/>
                <a:gd name="T1" fmla="*/ 137 h 257"/>
                <a:gd name="T2" fmla="*/ 244 w 257"/>
                <a:gd name="T3" fmla="*/ 137 h 257"/>
                <a:gd name="T4" fmla="*/ 257 w 257"/>
                <a:gd name="T5" fmla="*/ 129 h 257"/>
                <a:gd name="T6" fmla="*/ 244 w 257"/>
                <a:gd name="T7" fmla="*/ 120 h 257"/>
                <a:gd name="T8" fmla="*/ 137 w 257"/>
                <a:gd name="T9" fmla="*/ 120 h 257"/>
                <a:gd name="T10" fmla="*/ 137 w 257"/>
                <a:gd name="T11" fmla="*/ 13 h 257"/>
                <a:gd name="T12" fmla="*/ 129 w 257"/>
                <a:gd name="T13" fmla="*/ 0 h 257"/>
                <a:gd name="T14" fmla="*/ 120 w 257"/>
                <a:gd name="T15" fmla="*/ 13 h 257"/>
                <a:gd name="T16" fmla="*/ 120 w 257"/>
                <a:gd name="T17" fmla="*/ 120 h 257"/>
                <a:gd name="T18" fmla="*/ 13 w 257"/>
                <a:gd name="T19" fmla="*/ 120 h 257"/>
                <a:gd name="T20" fmla="*/ 0 w 257"/>
                <a:gd name="T21" fmla="*/ 128 h 257"/>
                <a:gd name="T22" fmla="*/ 13 w 257"/>
                <a:gd name="T23" fmla="*/ 137 h 257"/>
                <a:gd name="T24" fmla="*/ 120 w 257"/>
                <a:gd name="T25" fmla="*/ 137 h 257"/>
                <a:gd name="T26" fmla="*/ 120 w 257"/>
                <a:gd name="T27" fmla="*/ 244 h 257"/>
                <a:gd name="T28" fmla="*/ 129 w 257"/>
                <a:gd name="T29" fmla="*/ 257 h 257"/>
                <a:gd name="T30" fmla="*/ 137 w 257"/>
                <a:gd name="T31" fmla="*/ 244 h 257"/>
                <a:gd name="T32" fmla="*/ 137 w 257"/>
                <a:gd name="T33" fmla="*/ 13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7" h="257">
                  <a:moveTo>
                    <a:pt x="137" y="137"/>
                  </a:moveTo>
                  <a:lnTo>
                    <a:pt x="244" y="137"/>
                  </a:lnTo>
                  <a:cubicBezTo>
                    <a:pt x="248" y="137"/>
                    <a:pt x="257" y="137"/>
                    <a:pt x="257" y="129"/>
                  </a:cubicBezTo>
                  <a:cubicBezTo>
                    <a:pt x="257" y="120"/>
                    <a:pt x="249" y="120"/>
                    <a:pt x="244" y="120"/>
                  </a:cubicBezTo>
                  <a:lnTo>
                    <a:pt x="137" y="120"/>
                  </a:lnTo>
                  <a:lnTo>
                    <a:pt x="137" y="13"/>
                  </a:lnTo>
                  <a:cubicBezTo>
                    <a:pt x="137" y="8"/>
                    <a:pt x="137" y="0"/>
                    <a:pt x="129" y="0"/>
                  </a:cubicBezTo>
                  <a:cubicBezTo>
                    <a:pt x="120" y="0"/>
                    <a:pt x="120" y="8"/>
                    <a:pt x="120" y="13"/>
                  </a:cubicBezTo>
                  <a:lnTo>
                    <a:pt x="120" y="120"/>
                  </a:lnTo>
                  <a:lnTo>
                    <a:pt x="13" y="120"/>
                  </a:lnTo>
                  <a:cubicBezTo>
                    <a:pt x="9" y="120"/>
                    <a:pt x="0" y="120"/>
                    <a:pt x="0" y="128"/>
                  </a:cubicBezTo>
                  <a:cubicBezTo>
                    <a:pt x="0" y="137"/>
                    <a:pt x="8" y="137"/>
                    <a:pt x="13" y="137"/>
                  </a:cubicBezTo>
                  <a:lnTo>
                    <a:pt x="120" y="137"/>
                  </a:lnTo>
                  <a:lnTo>
                    <a:pt x="120" y="244"/>
                  </a:lnTo>
                  <a:cubicBezTo>
                    <a:pt x="120" y="249"/>
                    <a:pt x="120" y="257"/>
                    <a:pt x="129" y="257"/>
                  </a:cubicBezTo>
                  <a:cubicBezTo>
                    <a:pt x="137" y="257"/>
                    <a:pt x="137" y="249"/>
                    <a:pt x="137" y="244"/>
                  </a:cubicBezTo>
                  <a:lnTo>
                    <a:pt x="137" y="13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9" name="Freeform 98 2">
              <a:extLst>
                <a:ext uri="{FF2B5EF4-FFF2-40B4-BE49-F238E27FC236}">
                  <a16:creationId xmlns:a16="http://schemas.microsoft.com/office/drawing/2014/main" id="{AD812E0D-6FD2-A744-D3A7-DEC1B148866B}"/>
                </a:ext>
              </a:extLst>
            </p:cNvPr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8599488" y="5670550"/>
              <a:ext cx="201613" cy="152400"/>
            </a:xfrm>
            <a:custGeom>
              <a:avLst/>
              <a:gdLst>
                <a:gd name="T0" fmla="*/ 153 w 284"/>
                <a:gd name="T1" fmla="*/ 8 h 249"/>
                <a:gd name="T2" fmla="*/ 142 w 284"/>
                <a:gd name="T3" fmla="*/ 0 h 249"/>
                <a:gd name="T4" fmla="*/ 131 w 284"/>
                <a:gd name="T5" fmla="*/ 7 h 249"/>
                <a:gd name="T6" fmla="*/ 2 w 284"/>
                <a:gd name="T7" fmla="*/ 241 h 249"/>
                <a:gd name="T8" fmla="*/ 0 w 284"/>
                <a:gd name="T9" fmla="*/ 245 h 249"/>
                <a:gd name="T10" fmla="*/ 8 w 284"/>
                <a:gd name="T11" fmla="*/ 249 h 249"/>
                <a:gd name="T12" fmla="*/ 276 w 284"/>
                <a:gd name="T13" fmla="*/ 249 h 249"/>
                <a:gd name="T14" fmla="*/ 284 w 284"/>
                <a:gd name="T15" fmla="*/ 245 h 249"/>
                <a:gd name="T16" fmla="*/ 282 w 284"/>
                <a:gd name="T17" fmla="*/ 241 h 249"/>
                <a:gd name="T18" fmla="*/ 153 w 284"/>
                <a:gd name="T19" fmla="*/ 8 h 249"/>
                <a:gd name="T20" fmla="*/ 130 w 284"/>
                <a:gd name="T21" fmla="*/ 34 h 249"/>
                <a:gd name="T22" fmla="*/ 233 w 284"/>
                <a:gd name="T23" fmla="*/ 220 h 249"/>
                <a:gd name="T24" fmla="*/ 28 w 284"/>
                <a:gd name="T25" fmla="*/ 220 h 249"/>
                <a:gd name="T26" fmla="*/ 130 w 284"/>
                <a:gd name="T27" fmla="*/ 3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4" h="249">
                  <a:moveTo>
                    <a:pt x="153" y="8"/>
                  </a:moveTo>
                  <a:cubicBezTo>
                    <a:pt x="150" y="2"/>
                    <a:pt x="149" y="0"/>
                    <a:pt x="142" y="0"/>
                  </a:cubicBezTo>
                  <a:cubicBezTo>
                    <a:pt x="138" y="0"/>
                    <a:pt x="134" y="1"/>
                    <a:pt x="131" y="7"/>
                  </a:cubicBezTo>
                  <a:lnTo>
                    <a:pt x="2" y="241"/>
                  </a:lnTo>
                  <a:cubicBezTo>
                    <a:pt x="0" y="244"/>
                    <a:pt x="0" y="245"/>
                    <a:pt x="0" y="245"/>
                  </a:cubicBezTo>
                  <a:cubicBezTo>
                    <a:pt x="0" y="249"/>
                    <a:pt x="3" y="249"/>
                    <a:pt x="8" y="249"/>
                  </a:cubicBezTo>
                  <a:lnTo>
                    <a:pt x="276" y="249"/>
                  </a:lnTo>
                  <a:cubicBezTo>
                    <a:pt x="281" y="249"/>
                    <a:pt x="284" y="249"/>
                    <a:pt x="284" y="245"/>
                  </a:cubicBezTo>
                  <a:cubicBezTo>
                    <a:pt x="284" y="245"/>
                    <a:pt x="284" y="244"/>
                    <a:pt x="282" y="241"/>
                  </a:cubicBezTo>
                  <a:lnTo>
                    <a:pt x="153" y="8"/>
                  </a:lnTo>
                  <a:close/>
                  <a:moveTo>
                    <a:pt x="130" y="34"/>
                  </a:moveTo>
                  <a:lnTo>
                    <a:pt x="233" y="220"/>
                  </a:lnTo>
                  <a:lnTo>
                    <a:pt x="28" y="220"/>
                  </a:lnTo>
                  <a:lnTo>
                    <a:pt x="130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0" name="Freeform 99">
              <a:extLst>
                <a:ext uri="{FF2B5EF4-FFF2-40B4-BE49-F238E27FC236}">
                  <a16:creationId xmlns:a16="http://schemas.microsoft.com/office/drawing/2014/main" id="{DB1A51B3-AF7D-08C9-106C-EB9F64A1B6A6}"/>
                </a:ext>
              </a:extLst>
            </p:cNvPr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8826500" y="5729288"/>
              <a:ext cx="131763" cy="95250"/>
            </a:xfrm>
            <a:custGeom>
              <a:avLst/>
              <a:gdLst>
                <a:gd name="T0" fmla="*/ 70 w 187"/>
                <a:gd name="T1" fmla="*/ 117 h 157"/>
                <a:gd name="T2" fmla="*/ 38 w 187"/>
                <a:gd name="T3" fmla="*/ 148 h 157"/>
                <a:gd name="T4" fmla="*/ 19 w 187"/>
                <a:gd name="T5" fmla="*/ 143 h 157"/>
                <a:gd name="T6" fmla="*/ 34 w 187"/>
                <a:gd name="T7" fmla="*/ 124 h 157"/>
                <a:gd name="T8" fmla="*/ 20 w 187"/>
                <a:gd name="T9" fmla="*/ 111 h 157"/>
                <a:gd name="T10" fmla="*/ 0 w 187"/>
                <a:gd name="T11" fmla="*/ 132 h 157"/>
                <a:gd name="T12" fmla="*/ 37 w 187"/>
                <a:gd name="T13" fmla="*/ 157 h 157"/>
                <a:gd name="T14" fmla="*/ 76 w 187"/>
                <a:gd name="T15" fmla="*/ 133 h 157"/>
                <a:gd name="T16" fmla="*/ 118 w 187"/>
                <a:gd name="T17" fmla="*/ 157 h 157"/>
                <a:gd name="T18" fmla="*/ 179 w 187"/>
                <a:gd name="T19" fmla="*/ 104 h 157"/>
                <a:gd name="T20" fmla="*/ 173 w 187"/>
                <a:gd name="T21" fmla="*/ 99 h 157"/>
                <a:gd name="T22" fmla="*/ 167 w 187"/>
                <a:gd name="T23" fmla="*/ 105 h 157"/>
                <a:gd name="T24" fmla="*/ 119 w 187"/>
                <a:gd name="T25" fmla="*/ 148 h 157"/>
                <a:gd name="T26" fmla="*/ 98 w 187"/>
                <a:gd name="T27" fmla="*/ 125 h 157"/>
                <a:gd name="T28" fmla="*/ 116 w 187"/>
                <a:gd name="T29" fmla="*/ 45 h 157"/>
                <a:gd name="T30" fmla="*/ 150 w 187"/>
                <a:gd name="T31" fmla="*/ 10 h 157"/>
                <a:gd name="T32" fmla="*/ 169 w 187"/>
                <a:gd name="T33" fmla="*/ 15 h 157"/>
                <a:gd name="T34" fmla="*/ 153 w 187"/>
                <a:gd name="T35" fmla="*/ 34 h 157"/>
                <a:gd name="T36" fmla="*/ 167 w 187"/>
                <a:gd name="T37" fmla="*/ 47 h 157"/>
                <a:gd name="T38" fmla="*/ 187 w 187"/>
                <a:gd name="T39" fmla="*/ 25 h 157"/>
                <a:gd name="T40" fmla="*/ 151 w 187"/>
                <a:gd name="T41" fmla="*/ 0 h 157"/>
                <a:gd name="T42" fmla="*/ 112 w 187"/>
                <a:gd name="T43" fmla="*/ 25 h 157"/>
                <a:gd name="T44" fmla="*/ 70 w 187"/>
                <a:gd name="T45" fmla="*/ 0 h 157"/>
                <a:gd name="T46" fmla="*/ 8 w 187"/>
                <a:gd name="T47" fmla="*/ 53 h 157"/>
                <a:gd name="T48" fmla="*/ 14 w 187"/>
                <a:gd name="T49" fmla="*/ 58 h 157"/>
                <a:gd name="T50" fmla="*/ 21 w 187"/>
                <a:gd name="T51" fmla="*/ 52 h 157"/>
                <a:gd name="T52" fmla="*/ 69 w 187"/>
                <a:gd name="T53" fmla="*/ 10 h 157"/>
                <a:gd name="T54" fmla="*/ 90 w 187"/>
                <a:gd name="T55" fmla="*/ 33 h 157"/>
                <a:gd name="T56" fmla="*/ 82 w 187"/>
                <a:gd name="T57" fmla="*/ 69 h 157"/>
                <a:gd name="T58" fmla="*/ 70 w 187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7" h="157">
                  <a:moveTo>
                    <a:pt x="70" y="117"/>
                  </a:moveTo>
                  <a:cubicBezTo>
                    <a:pt x="67" y="129"/>
                    <a:pt x="56" y="148"/>
                    <a:pt x="38" y="148"/>
                  </a:cubicBezTo>
                  <a:cubicBezTo>
                    <a:pt x="37" y="148"/>
                    <a:pt x="26" y="148"/>
                    <a:pt x="19" y="143"/>
                  </a:cubicBezTo>
                  <a:cubicBezTo>
                    <a:pt x="33" y="138"/>
                    <a:pt x="34" y="126"/>
                    <a:pt x="34" y="124"/>
                  </a:cubicBezTo>
                  <a:cubicBezTo>
                    <a:pt x="34" y="116"/>
                    <a:pt x="28" y="111"/>
                    <a:pt x="20" y="111"/>
                  </a:cubicBezTo>
                  <a:cubicBezTo>
                    <a:pt x="11" y="111"/>
                    <a:pt x="0" y="119"/>
                    <a:pt x="0" y="132"/>
                  </a:cubicBezTo>
                  <a:cubicBezTo>
                    <a:pt x="0" y="149"/>
                    <a:pt x="20" y="157"/>
                    <a:pt x="37" y="157"/>
                  </a:cubicBezTo>
                  <a:cubicBezTo>
                    <a:pt x="53" y="157"/>
                    <a:pt x="67" y="147"/>
                    <a:pt x="76" y="133"/>
                  </a:cubicBezTo>
                  <a:cubicBezTo>
                    <a:pt x="84" y="151"/>
                    <a:pt x="104" y="157"/>
                    <a:pt x="118" y="157"/>
                  </a:cubicBezTo>
                  <a:cubicBezTo>
                    <a:pt x="158" y="157"/>
                    <a:pt x="179" y="114"/>
                    <a:pt x="179" y="104"/>
                  </a:cubicBezTo>
                  <a:cubicBezTo>
                    <a:pt x="179" y="99"/>
                    <a:pt x="174" y="99"/>
                    <a:pt x="173" y="99"/>
                  </a:cubicBezTo>
                  <a:cubicBezTo>
                    <a:pt x="168" y="99"/>
                    <a:pt x="168" y="101"/>
                    <a:pt x="167" y="105"/>
                  </a:cubicBezTo>
                  <a:cubicBezTo>
                    <a:pt x="159" y="129"/>
                    <a:pt x="139" y="148"/>
                    <a:pt x="119" y="148"/>
                  </a:cubicBezTo>
                  <a:cubicBezTo>
                    <a:pt x="105" y="148"/>
                    <a:pt x="98" y="138"/>
                    <a:pt x="98" y="125"/>
                  </a:cubicBezTo>
                  <a:cubicBezTo>
                    <a:pt x="98" y="116"/>
                    <a:pt x="106" y="84"/>
                    <a:pt x="116" y="45"/>
                  </a:cubicBezTo>
                  <a:cubicBezTo>
                    <a:pt x="123" y="18"/>
                    <a:pt x="139" y="10"/>
                    <a:pt x="150" y="10"/>
                  </a:cubicBezTo>
                  <a:cubicBezTo>
                    <a:pt x="151" y="10"/>
                    <a:pt x="162" y="10"/>
                    <a:pt x="169" y="15"/>
                  </a:cubicBezTo>
                  <a:cubicBezTo>
                    <a:pt x="158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7" y="40"/>
                    <a:pt x="187" y="25"/>
                  </a:cubicBezTo>
                  <a:cubicBezTo>
                    <a:pt x="187" y="6"/>
                    <a:pt x="165" y="0"/>
                    <a:pt x="151" y="0"/>
                  </a:cubicBezTo>
                  <a:cubicBezTo>
                    <a:pt x="133" y="0"/>
                    <a:pt x="119" y="12"/>
                    <a:pt x="112" y="25"/>
                  </a:cubicBezTo>
                  <a:cubicBezTo>
                    <a:pt x="105" y="10"/>
                    <a:pt x="89" y="0"/>
                    <a:pt x="70" y="0"/>
                  </a:cubicBezTo>
                  <a:cubicBezTo>
                    <a:pt x="31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9" y="58"/>
                    <a:pt x="19" y="57"/>
                    <a:pt x="21" y="52"/>
                  </a:cubicBezTo>
                  <a:cubicBezTo>
                    <a:pt x="30" y="25"/>
                    <a:pt x="52" y="10"/>
                    <a:pt x="69" y="10"/>
                  </a:cubicBezTo>
                  <a:cubicBezTo>
                    <a:pt x="80" y="10"/>
                    <a:pt x="90" y="16"/>
                    <a:pt x="90" y="33"/>
                  </a:cubicBezTo>
                  <a:cubicBezTo>
                    <a:pt x="90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1" name="Freeform 100">
              <a:extLst>
                <a:ext uri="{FF2B5EF4-FFF2-40B4-BE49-F238E27FC236}">
                  <a16:creationId xmlns:a16="http://schemas.microsoft.com/office/drawing/2014/main" id="{56268D21-6C91-07ED-D021-310B1B4FE7BA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8991600" y="5662613"/>
              <a:ext cx="65088" cy="214312"/>
            </a:xfrm>
            <a:custGeom>
              <a:avLst/>
              <a:gdLst>
                <a:gd name="T0" fmla="*/ 7 w 91"/>
                <a:gd name="T1" fmla="*/ 0 h 349"/>
                <a:gd name="T2" fmla="*/ 0 w 91"/>
                <a:gd name="T3" fmla="*/ 4 h 349"/>
                <a:gd name="T4" fmla="*/ 3 w 91"/>
                <a:gd name="T5" fmla="*/ 10 h 349"/>
                <a:gd name="T6" fmla="*/ 67 w 91"/>
                <a:gd name="T7" fmla="*/ 174 h 349"/>
                <a:gd name="T8" fmla="*/ 7 w 91"/>
                <a:gd name="T9" fmla="*/ 337 h 349"/>
                <a:gd name="T10" fmla="*/ 0 w 91"/>
                <a:gd name="T11" fmla="*/ 345 h 349"/>
                <a:gd name="T12" fmla="*/ 5 w 91"/>
                <a:gd name="T13" fmla="*/ 349 h 349"/>
                <a:gd name="T14" fmla="*/ 65 w 91"/>
                <a:gd name="T15" fmla="*/ 282 h 349"/>
                <a:gd name="T16" fmla="*/ 91 w 91"/>
                <a:gd name="T17" fmla="*/ 175 h 349"/>
                <a:gd name="T18" fmla="*/ 7 w 91"/>
                <a:gd name="T19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349">
                  <a:moveTo>
                    <a:pt x="7" y="0"/>
                  </a:moveTo>
                  <a:cubicBezTo>
                    <a:pt x="5" y="0"/>
                    <a:pt x="0" y="0"/>
                    <a:pt x="0" y="4"/>
                  </a:cubicBezTo>
                  <a:cubicBezTo>
                    <a:pt x="0" y="6"/>
                    <a:pt x="1" y="7"/>
                    <a:pt x="3" y="10"/>
                  </a:cubicBezTo>
                  <a:cubicBezTo>
                    <a:pt x="33" y="37"/>
                    <a:pt x="67" y="84"/>
                    <a:pt x="67" y="174"/>
                  </a:cubicBezTo>
                  <a:cubicBezTo>
                    <a:pt x="67" y="247"/>
                    <a:pt x="44" y="302"/>
                    <a:pt x="7" y="337"/>
                  </a:cubicBezTo>
                  <a:cubicBezTo>
                    <a:pt x="1" y="342"/>
                    <a:pt x="0" y="343"/>
                    <a:pt x="0" y="345"/>
                  </a:cubicBezTo>
                  <a:cubicBezTo>
                    <a:pt x="0" y="346"/>
                    <a:pt x="1" y="349"/>
                    <a:pt x="5" y="349"/>
                  </a:cubicBezTo>
                  <a:cubicBezTo>
                    <a:pt x="9" y="349"/>
                    <a:pt x="42" y="326"/>
                    <a:pt x="65" y="282"/>
                  </a:cubicBezTo>
                  <a:cubicBezTo>
                    <a:pt x="81" y="253"/>
                    <a:pt x="91" y="215"/>
                    <a:pt x="91" y="175"/>
                  </a:cubicBezTo>
                  <a:cubicBezTo>
                    <a:pt x="91" y="125"/>
                    <a:pt x="76" y="49"/>
                    <a:pt x="7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2" name="Freeform 101">
              <a:extLst>
                <a:ext uri="{FF2B5EF4-FFF2-40B4-BE49-F238E27FC236}">
                  <a16:creationId xmlns:a16="http://schemas.microsoft.com/office/drawing/2014/main" id="{3E380D1E-7A23-EC70-D8E0-3CFC6B9BDF61}"/>
                </a:ext>
              </a:extLst>
            </p:cNvPr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9110663" y="5764213"/>
              <a:ext cx="166688" cy="11112"/>
            </a:xfrm>
            <a:custGeom>
              <a:avLst/>
              <a:gdLst>
                <a:gd name="T0" fmla="*/ 222 w 236"/>
                <a:gd name="T1" fmla="*/ 17 h 17"/>
                <a:gd name="T2" fmla="*/ 236 w 236"/>
                <a:gd name="T3" fmla="*/ 9 h 17"/>
                <a:gd name="T4" fmla="*/ 222 w 236"/>
                <a:gd name="T5" fmla="*/ 0 h 17"/>
                <a:gd name="T6" fmla="*/ 14 w 236"/>
                <a:gd name="T7" fmla="*/ 0 h 17"/>
                <a:gd name="T8" fmla="*/ 0 w 236"/>
                <a:gd name="T9" fmla="*/ 8 h 17"/>
                <a:gd name="T10" fmla="*/ 14 w 236"/>
                <a:gd name="T11" fmla="*/ 17 h 17"/>
                <a:gd name="T12" fmla="*/ 222 w 236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6" h="17">
                  <a:moveTo>
                    <a:pt x="222" y="17"/>
                  </a:moveTo>
                  <a:cubicBezTo>
                    <a:pt x="227" y="17"/>
                    <a:pt x="236" y="17"/>
                    <a:pt x="236" y="9"/>
                  </a:cubicBezTo>
                  <a:cubicBezTo>
                    <a:pt x="236" y="0"/>
                    <a:pt x="228" y="0"/>
                    <a:pt x="222" y="0"/>
                  </a:cubicBezTo>
                  <a:lnTo>
                    <a:pt x="14" y="0"/>
                  </a:lnTo>
                  <a:cubicBezTo>
                    <a:pt x="8" y="0"/>
                    <a:pt x="0" y="0"/>
                    <a:pt x="0" y="8"/>
                  </a:cubicBezTo>
                  <a:cubicBezTo>
                    <a:pt x="0" y="17"/>
                    <a:pt x="8" y="17"/>
                    <a:pt x="14" y="17"/>
                  </a:cubicBezTo>
                  <a:lnTo>
                    <a:pt x="222" y="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3" name="Freeform 102">
              <a:extLst>
                <a:ext uri="{FF2B5EF4-FFF2-40B4-BE49-F238E27FC236}">
                  <a16:creationId xmlns:a16="http://schemas.microsoft.com/office/drawing/2014/main" id="{1832B677-0F2C-F0EA-5E9D-DD8CAC1490B5}"/>
                </a:ext>
              </a:extLst>
            </p:cNvPr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9321800" y="5672138"/>
              <a:ext cx="130175" cy="195262"/>
            </a:xfrm>
            <a:custGeom>
              <a:avLst/>
              <a:gdLst>
                <a:gd name="T0" fmla="*/ 117 w 185"/>
                <a:gd name="T1" fmla="*/ 108 h 317"/>
                <a:gd name="T2" fmla="*/ 151 w 185"/>
                <a:gd name="T3" fmla="*/ 108 h 317"/>
                <a:gd name="T4" fmla="*/ 162 w 185"/>
                <a:gd name="T5" fmla="*/ 100 h 317"/>
                <a:gd name="T6" fmla="*/ 151 w 185"/>
                <a:gd name="T7" fmla="*/ 96 h 317"/>
                <a:gd name="T8" fmla="*/ 119 w 185"/>
                <a:gd name="T9" fmla="*/ 96 h 317"/>
                <a:gd name="T10" fmla="*/ 133 w 185"/>
                <a:gd name="T11" fmla="*/ 25 h 317"/>
                <a:gd name="T12" fmla="*/ 150 w 185"/>
                <a:gd name="T13" fmla="*/ 10 h 317"/>
                <a:gd name="T14" fmla="*/ 167 w 185"/>
                <a:gd name="T15" fmla="*/ 14 h 317"/>
                <a:gd name="T16" fmla="*/ 151 w 185"/>
                <a:gd name="T17" fmla="*/ 33 h 317"/>
                <a:gd name="T18" fmla="*/ 165 w 185"/>
                <a:gd name="T19" fmla="*/ 46 h 317"/>
                <a:gd name="T20" fmla="*/ 185 w 185"/>
                <a:gd name="T21" fmla="*/ 25 h 317"/>
                <a:gd name="T22" fmla="*/ 150 w 185"/>
                <a:gd name="T23" fmla="*/ 0 h 317"/>
                <a:gd name="T24" fmla="*/ 109 w 185"/>
                <a:gd name="T25" fmla="*/ 26 h 317"/>
                <a:gd name="T26" fmla="*/ 92 w 185"/>
                <a:gd name="T27" fmla="*/ 96 h 317"/>
                <a:gd name="T28" fmla="*/ 64 w 185"/>
                <a:gd name="T29" fmla="*/ 96 h 317"/>
                <a:gd name="T30" fmla="*/ 52 w 185"/>
                <a:gd name="T31" fmla="*/ 103 h 317"/>
                <a:gd name="T32" fmla="*/ 63 w 185"/>
                <a:gd name="T33" fmla="*/ 108 h 317"/>
                <a:gd name="T34" fmla="*/ 89 w 185"/>
                <a:gd name="T35" fmla="*/ 108 h 317"/>
                <a:gd name="T36" fmla="*/ 58 w 185"/>
                <a:gd name="T37" fmla="*/ 273 h 317"/>
                <a:gd name="T38" fmla="*/ 34 w 185"/>
                <a:gd name="T39" fmla="*/ 307 h 317"/>
                <a:gd name="T40" fmla="*/ 19 w 185"/>
                <a:gd name="T41" fmla="*/ 303 h 317"/>
                <a:gd name="T42" fmla="*/ 34 w 185"/>
                <a:gd name="T43" fmla="*/ 284 h 317"/>
                <a:gd name="T44" fmla="*/ 20 w 185"/>
                <a:gd name="T45" fmla="*/ 271 h 317"/>
                <a:gd name="T46" fmla="*/ 0 w 185"/>
                <a:gd name="T47" fmla="*/ 292 h 317"/>
                <a:gd name="T48" fmla="*/ 34 w 185"/>
                <a:gd name="T49" fmla="*/ 317 h 317"/>
                <a:gd name="T50" fmla="*/ 76 w 185"/>
                <a:gd name="T51" fmla="*/ 286 h 317"/>
                <a:gd name="T52" fmla="*/ 97 w 185"/>
                <a:gd name="T53" fmla="*/ 216 h 317"/>
                <a:gd name="T54" fmla="*/ 117 w 185"/>
                <a:gd name="T55" fmla="*/ 10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5" h="317">
                  <a:moveTo>
                    <a:pt x="117" y="108"/>
                  </a:moveTo>
                  <a:lnTo>
                    <a:pt x="151" y="108"/>
                  </a:lnTo>
                  <a:cubicBezTo>
                    <a:pt x="158" y="108"/>
                    <a:pt x="162" y="108"/>
                    <a:pt x="162" y="100"/>
                  </a:cubicBezTo>
                  <a:cubicBezTo>
                    <a:pt x="162" y="96"/>
                    <a:pt x="158" y="96"/>
                    <a:pt x="151" y="96"/>
                  </a:cubicBezTo>
                  <a:lnTo>
                    <a:pt x="119" y="96"/>
                  </a:lnTo>
                  <a:cubicBezTo>
                    <a:pt x="127" y="51"/>
                    <a:pt x="130" y="35"/>
                    <a:pt x="133" y="25"/>
                  </a:cubicBezTo>
                  <a:cubicBezTo>
                    <a:pt x="134" y="17"/>
                    <a:pt x="142" y="10"/>
                    <a:pt x="150" y="10"/>
                  </a:cubicBezTo>
                  <a:cubicBezTo>
                    <a:pt x="151" y="10"/>
                    <a:pt x="160" y="10"/>
                    <a:pt x="167" y="14"/>
                  </a:cubicBezTo>
                  <a:cubicBezTo>
                    <a:pt x="153" y="19"/>
                    <a:pt x="151" y="31"/>
                    <a:pt x="151" y="33"/>
                  </a:cubicBezTo>
                  <a:cubicBezTo>
                    <a:pt x="151" y="41"/>
                    <a:pt x="157" y="46"/>
                    <a:pt x="165" y="46"/>
                  </a:cubicBezTo>
                  <a:cubicBezTo>
                    <a:pt x="175" y="46"/>
                    <a:pt x="185" y="38"/>
                    <a:pt x="185" y="25"/>
                  </a:cubicBezTo>
                  <a:cubicBezTo>
                    <a:pt x="185" y="9"/>
                    <a:pt x="168" y="0"/>
                    <a:pt x="150" y="0"/>
                  </a:cubicBezTo>
                  <a:cubicBezTo>
                    <a:pt x="135" y="0"/>
                    <a:pt x="118" y="9"/>
                    <a:pt x="109" y="26"/>
                  </a:cubicBezTo>
                  <a:cubicBezTo>
                    <a:pt x="102" y="39"/>
                    <a:pt x="99" y="55"/>
                    <a:pt x="92" y="96"/>
                  </a:cubicBezTo>
                  <a:lnTo>
                    <a:pt x="64" y="96"/>
                  </a:lnTo>
                  <a:cubicBezTo>
                    <a:pt x="57" y="96"/>
                    <a:pt x="52" y="96"/>
                    <a:pt x="52" y="103"/>
                  </a:cubicBezTo>
                  <a:cubicBezTo>
                    <a:pt x="52" y="108"/>
                    <a:pt x="57" y="108"/>
                    <a:pt x="63" y="108"/>
                  </a:cubicBezTo>
                  <a:lnTo>
                    <a:pt x="89" y="108"/>
                  </a:lnTo>
                  <a:cubicBezTo>
                    <a:pt x="89" y="110"/>
                    <a:pt x="67" y="236"/>
                    <a:pt x="58" y="273"/>
                  </a:cubicBezTo>
                  <a:cubicBezTo>
                    <a:pt x="57" y="281"/>
                    <a:pt x="51" y="307"/>
                    <a:pt x="34" y="307"/>
                  </a:cubicBezTo>
                  <a:cubicBezTo>
                    <a:pt x="34" y="307"/>
                    <a:pt x="25" y="307"/>
                    <a:pt x="19" y="303"/>
                  </a:cubicBezTo>
                  <a:cubicBezTo>
                    <a:pt x="33" y="299"/>
                    <a:pt x="34" y="286"/>
                    <a:pt x="34" y="284"/>
                  </a:cubicBezTo>
                  <a:cubicBezTo>
                    <a:pt x="34" y="276"/>
                    <a:pt x="28" y="271"/>
                    <a:pt x="20" y="271"/>
                  </a:cubicBezTo>
                  <a:cubicBezTo>
                    <a:pt x="11" y="271"/>
                    <a:pt x="0" y="279"/>
                    <a:pt x="0" y="292"/>
                  </a:cubicBezTo>
                  <a:cubicBezTo>
                    <a:pt x="0" y="308"/>
                    <a:pt x="17" y="317"/>
                    <a:pt x="34" y="317"/>
                  </a:cubicBezTo>
                  <a:cubicBezTo>
                    <a:pt x="56" y="317"/>
                    <a:pt x="72" y="294"/>
                    <a:pt x="76" y="286"/>
                  </a:cubicBezTo>
                  <a:cubicBezTo>
                    <a:pt x="88" y="263"/>
                    <a:pt x="96" y="220"/>
                    <a:pt x="97" y="216"/>
                  </a:cubicBezTo>
                  <a:lnTo>
                    <a:pt x="117" y="10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4" name="Freeform 103">
              <a:extLst>
                <a:ext uri="{FF2B5EF4-FFF2-40B4-BE49-F238E27FC236}">
                  <a16:creationId xmlns:a16="http://schemas.microsoft.com/office/drawing/2014/main" id="{A7C2860D-C7DB-B199-9C9F-DC7D04F13C5E}"/>
                </a:ext>
              </a:extLst>
            </p:cNvPr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9496425" y="5662613"/>
              <a:ext cx="65088" cy="214312"/>
            </a:xfrm>
            <a:custGeom>
              <a:avLst/>
              <a:gdLst>
                <a:gd name="T0" fmla="*/ 84 w 91"/>
                <a:gd name="T1" fmla="*/ 0 h 349"/>
                <a:gd name="T2" fmla="*/ 0 w 91"/>
                <a:gd name="T3" fmla="*/ 174 h 349"/>
                <a:gd name="T4" fmla="*/ 84 w 91"/>
                <a:gd name="T5" fmla="*/ 349 h 349"/>
                <a:gd name="T6" fmla="*/ 91 w 91"/>
                <a:gd name="T7" fmla="*/ 345 h 349"/>
                <a:gd name="T8" fmla="*/ 87 w 91"/>
                <a:gd name="T9" fmla="*/ 339 h 349"/>
                <a:gd name="T10" fmla="*/ 24 w 91"/>
                <a:gd name="T11" fmla="*/ 175 h 349"/>
                <a:gd name="T12" fmla="*/ 88 w 91"/>
                <a:gd name="T13" fmla="*/ 9 h 349"/>
                <a:gd name="T14" fmla="*/ 91 w 91"/>
                <a:gd name="T15" fmla="*/ 4 h 349"/>
                <a:gd name="T16" fmla="*/ 84 w 91"/>
                <a:gd name="T17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349">
                  <a:moveTo>
                    <a:pt x="84" y="0"/>
                  </a:moveTo>
                  <a:cubicBezTo>
                    <a:pt x="18" y="47"/>
                    <a:pt x="0" y="121"/>
                    <a:pt x="0" y="174"/>
                  </a:cubicBezTo>
                  <a:cubicBezTo>
                    <a:pt x="0" y="223"/>
                    <a:pt x="15" y="300"/>
                    <a:pt x="84" y="349"/>
                  </a:cubicBezTo>
                  <a:cubicBezTo>
                    <a:pt x="87" y="349"/>
                    <a:pt x="91" y="349"/>
                    <a:pt x="91" y="345"/>
                  </a:cubicBezTo>
                  <a:cubicBezTo>
                    <a:pt x="91" y="342"/>
                    <a:pt x="90" y="342"/>
                    <a:pt x="87" y="339"/>
                  </a:cubicBezTo>
                  <a:cubicBezTo>
                    <a:pt x="41" y="297"/>
                    <a:pt x="24" y="238"/>
                    <a:pt x="24" y="175"/>
                  </a:cubicBezTo>
                  <a:cubicBezTo>
                    <a:pt x="24" y="80"/>
                    <a:pt x="60" y="34"/>
                    <a:pt x="88" y="9"/>
                  </a:cubicBezTo>
                  <a:cubicBezTo>
                    <a:pt x="90" y="7"/>
                    <a:pt x="91" y="6"/>
                    <a:pt x="91" y="4"/>
                  </a:cubicBezTo>
                  <a:cubicBezTo>
                    <a:pt x="91" y="0"/>
                    <a:pt x="87" y="0"/>
                    <a:pt x="84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5" name="Freeform 104">
              <a:extLst>
                <a:ext uri="{FF2B5EF4-FFF2-40B4-BE49-F238E27FC236}">
                  <a16:creationId xmlns:a16="http://schemas.microsoft.com/office/drawing/2014/main" id="{042AB200-9B5B-8821-F2E5-2E9F1CF59397}"/>
                </a:ext>
              </a:extLst>
            </p:cNvPr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9590088" y="5729288"/>
              <a:ext cx="131763" cy="95250"/>
            </a:xfrm>
            <a:custGeom>
              <a:avLst/>
              <a:gdLst>
                <a:gd name="T0" fmla="*/ 70 w 187"/>
                <a:gd name="T1" fmla="*/ 117 h 157"/>
                <a:gd name="T2" fmla="*/ 38 w 187"/>
                <a:gd name="T3" fmla="*/ 148 h 157"/>
                <a:gd name="T4" fmla="*/ 19 w 187"/>
                <a:gd name="T5" fmla="*/ 143 h 157"/>
                <a:gd name="T6" fmla="*/ 34 w 187"/>
                <a:gd name="T7" fmla="*/ 124 h 157"/>
                <a:gd name="T8" fmla="*/ 20 w 187"/>
                <a:gd name="T9" fmla="*/ 111 h 157"/>
                <a:gd name="T10" fmla="*/ 0 w 187"/>
                <a:gd name="T11" fmla="*/ 132 h 157"/>
                <a:gd name="T12" fmla="*/ 37 w 187"/>
                <a:gd name="T13" fmla="*/ 157 h 157"/>
                <a:gd name="T14" fmla="*/ 76 w 187"/>
                <a:gd name="T15" fmla="*/ 133 h 157"/>
                <a:gd name="T16" fmla="*/ 117 w 187"/>
                <a:gd name="T17" fmla="*/ 157 h 157"/>
                <a:gd name="T18" fmla="*/ 179 w 187"/>
                <a:gd name="T19" fmla="*/ 104 h 157"/>
                <a:gd name="T20" fmla="*/ 173 w 187"/>
                <a:gd name="T21" fmla="*/ 99 h 157"/>
                <a:gd name="T22" fmla="*/ 167 w 187"/>
                <a:gd name="T23" fmla="*/ 105 h 157"/>
                <a:gd name="T24" fmla="*/ 119 w 187"/>
                <a:gd name="T25" fmla="*/ 148 h 157"/>
                <a:gd name="T26" fmla="*/ 98 w 187"/>
                <a:gd name="T27" fmla="*/ 125 h 157"/>
                <a:gd name="T28" fmla="*/ 116 w 187"/>
                <a:gd name="T29" fmla="*/ 45 h 157"/>
                <a:gd name="T30" fmla="*/ 150 w 187"/>
                <a:gd name="T31" fmla="*/ 10 h 157"/>
                <a:gd name="T32" fmla="*/ 169 w 187"/>
                <a:gd name="T33" fmla="*/ 15 h 157"/>
                <a:gd name="T34" fmla="*/ 153 w 187"/>
                <a:gd name="T35" fmla="*/ 34 h 157"/>
                <a:gd name="T36" fmla="*/ 167 w 187"/>
                <a:gd name="T37" fmla="*/ 47 h 157"/>
                <a:gd name="T38" fmla="*/ 187 w 187"/>
                <a:gd name="T39" fmla="*/ 25 h 157"/>
                <a:gd name="T40" fmla="*/ 151 w 187"/>
                <a:gd name="T41" fmla="*/ 0 h 157"/>
                <a:gd name="T42" fmla="*/ 112 w 187"/>
                <a:gd name="T43" fmla="*/ 25 h 157"/>
                <a:gd name="T44" fmla="*/ 70 w 187"/>
                <a:gd name="T45" fmla="*/ 0 h 157"/>
                <a:gd name="T46" fmla="*/ 8 w 187"/>
                <a:gd name="T47" fmla="*/ 53 h 157"/>
                <a:gd name="T48" fmla="*/ 14 w 187"/>
                <a:gd name="T49" fmla="*/ 58 h 157"/>
                <a:gd name="T50" fmla="*/ 21 w 187"/>
                <a:gd name="T51" fmla="*/ 52 h 157"/>
                <a:gd name="T52" fmla="*/ 69 w 187"/>
                <a:gd name="T53" fmla="*/ 10 h 157"/>
                <a:gd name="T54" fmla="*/ 90 w 187"/>
                <a:gd name="T55" fmla="*/ 33 h 157"/>
                <a:gd name="T56" fmla="*/ 82 w 187"/>
                <a:gd name="T57" fmla="*/ 69 h 157"/>
                <a:gd name="T58" fmla="*/ 70 w 187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7" h="157">
                  <a:moveTo>
                    <a:pt x="70" y="117"/>
                  </a:moveTo>
                  <a:cubicBezTo>
                    <a:pt x="67" y="129"/>
                    <a:pt x="55" y="148"/>
                    <a:pt x="38" y="148"/>
                  </a:cubicBezTo>
                  <a:cubicBezTo>
                    <a:pt x="37" y="148"/>
                    <a:pt x="26" y="148"/>
                    <a:pt x="19" y="143"/>
                  </a:cubicBezTo>
                  <a:cubicBezTo>
                    <a:pt x="33" y="138"/>
                    <a:pt x="34" y="126"/>
                    <a:pt x="34" y="124"/>
                  </a:cubicBezTo>
                  <a:cubicBezTo>
                    <a:pt x="34" y="116"/>
                    <a:pt x="28" y="111"/>
                    <a:pt x="20" y="111"/>
                  </a:cubicBezTo>
                  <a:cubicBezTo>
                    <a:pt x="10" y="111"/>
                    <a:pt x="0" y="119"/>
                    <a:pt x="0" y="132"/>
                  </a:cubicBezTo>
                  <a:cubicBezTo>
                    <a:pt x="0" y="149"/>
                    <a:pt x="20" y="157"/>
                    <a:pt x="37" y="157"/>
                  </a:cubicBezTo>
                  <a:cubicBezTo>
                    <a:pt x="53" y="157"/>
                    <a:pt x="67" y="147"/>
                    <a:pt x="76" y="133"/>
                  </a:cubicBezTo>
                  <a:cubicBezTo>
                    <a:pt x="84" y="151"/>
                    <a:pt x="104" y="157"/>
                    <a:pt x="117" y="157"/>
                  </a:cubicBezTo>
                  <a:cubicBezTo>
                    <a:pt x="158" y="157"/>
                    <a:pt x="179" y="114"/>
                    <a:pt x="179" y="104"/>
                  </a:cubicBezTo>
                  <a:cubicBezTo>
                    <a:pt x="179" y="99"/>
                    <a:pt x="174" y="99"/>
                    <a:pt x="173" y="99"/>
                  </a:cubicBezTo>
                  <a:cubicBezTo>
                    <a:pt x="168" y="99"/>
                    <a:pt x="168" y="101"/>
                    <a:pt x="167" y="105"/>
                  </a:cubicBezTo>
                  <a:cubicBezTo>
                    <a:pt x="159" y="129"/>
                    <a:pt x="138" y="148"/>
                    <a:pt x="119" y="148"/>
                  </a:cubicBezTo>
                  <a:cubicBezTo>
                    <a:pt x="105" y="148"/>
                    <a:pt x="98" y="138"/>
                    <a:pt x="98" y="125"/>
                  </a:cubicBezTo>
                  <a:cubicBezTo>
                    <a:pt x="98" y="116"/>
                    <a:pt x="106" y="84"/>
                    <a:pt x="116" y="45"/>
                  </a:cubicBezTo>
                  <a:cubicBezTo>
                    <a:pt x="123" y="18"/>
                    <a:pt x="138" y="10"/>
                    <a:pt x="150" y="10"/>
                  </a:cubicBezTo>
                  <a:cubicBezTo>
                    <a:pt x="151" y="10"/>
                    <a:pt x="161" y="10"/>
                    <a:pt x="169" y="15"/>
                  </a:cubicBezTo>
                  <a:cubicBezTo>
                    <a:pt x="158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7" y="40"/>
                    <a:pt x="187" y="25"/>
                  </a:cubicBezTo>
                  <a:cubicBezTo>
                    <a:pt x="187" y="6"/>
                    <a:pt x="165" y="0"/>
                    <a:pt x="151" y="0"/>
                  </a:cubicBezTo>
                  <a:cubicBezTo>
                    <a:pt x="133" y="0"/>
                    <a:pt x="119" y="12"/>
                    <a:pt x="112" y="25"/>
                  </a:cubicBezTo>
                  <a:cubicBezTo>
                    <a:pt x="105" y="10"/>
                    <a:pt x="89" y="0"/>
                    <a:pt x="70" y="0"/>
                  </a:cubicBezTo>
                  <a:cubicBezTo>
                    <a:pt x="31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9" y="58"/>
                    <a:pt x="19" y="57"/>
                    <a:pt x="21" y="52"/>
                  </a:cubicBezTo>
                  <a:cubicBezTo>
                    <a:pt x="30" y="25"/>
                    <a:pt x="52" y="10"/>
                    <a:pt x="69" y="10"/>
                  </a:cubicBezTo>
                  <a:cubicBezTo>
                    <a:pt x="80" y="10"/>
                    <a:pt x="90" y="16"/>
                    <a:pt x="90" y="33"/>
                  </a:cubicBezTo>
                  <a:cubicBezTo>
                    <a:pt x="90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6" name="Freeform 105">
              <a:extLst>
                <a:ext uri="{FF2B5EF4-FFF2-40B4-BE49-F238E27FC236}">
                  <a16:creationId xmlns:a16="http://schemas.microsoft.com/office/drawing/2014/main" id="{2098263A-CC32-BDB1-CDB7-EB7E3D20411F}"/>
                </a:ext>
              </a:extLst>
            </p:cNvPr>
            <p:cNvSpPr>
              <a:spLocks/>
            </p:cNvSpPr>
            <p:nvPr>
              <p:custDataLst>
                <p:tags r:id="rId33"/>
              </p:custDataLst>
            </p:nvPr>
          </p:nvSpPr>
          <p:spPr bwMode="auto">
            <a:xfrm>
              <a:off x="9755188" y="5662613"/>
              <a:ext cx="63500" cy="214312"/>
            </a:xfrm>
            <a:custGeom>
              <a:avLst/>
              <a:gdLst>
                <a:gd name="T0" fmla="*/ 7 w 91"/>
                <a:gd name="T1" fmla="*/ 0 h 349"/>
                <a:gd name="T2" fmla="*/ 0 w 91"/>
                <a:gd name="T3" fmla="*/ 4 h 349"/>
                <a:gd name="T4" fmla="*/ 3 w 91"/>
                <a:gd name="T5" fmla="*/ 10 h 349"/>
                <a:gd name="T6" fmla="*/ 67 w 91"/>
                <a:gd name="T7" fmla="*/ 174 h 349"/>
                <a:gd name="T8" fmla="*/ 6 w 91"/>
                <a:gd name="T9" fmla="*/ 337 h 349"/>
                <a:gd name="T10" fmla="*/ 0 w 91"/>
                <a:gd name="T11" fmla="*/ 345 h 349"/>
                <a:gd name="T12" fmla="*/ 5 w 91"/>
                <a:gd name="T13" fmla="*/ 349 h 349"/>
                <a:gd name="T14" fmla="*/ 65 w 91"/>
                <a:gd name="T15" fmla="*/ 282 h 349"/>
                <a:gd name="T16" fmla="*/ 91 w 91"/>
                <a:gd name="T17" fmla="*/ 175 h 349"/>
                <a:gd name="T18" fmla="*/ 7 w 91"/>
                <a:gd name="T19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349">
                  <a:moveTo>
                    <a:pt x="7" y="0"/>
                  </a:moveTo>
                  <a:cubicBezTo>
                    <a:pt x="4" y="0"/>
                    <a:pt x="0" y="0"/>
                    <a:pt x="0" y="4"/>
                  </a:cubicBezTo>
                  <a:cubicBezTo>
                    <a:pt x="0" y="6"/>
                    <a:pt x="1" y="7"/>
                    <a:pt x="3" y="10"/>
                  </a:cubicBezTo>
                  <a:cubicBezTo>
                    <a:pt x="33" y="37"/>
                    <a:pt x="67" y="84"/>
                    <a:pt x="67" y="174"/>
                  </a:cubicBezTo>
                  <a:cubicBezTo>
                    <a:pt x="67" y="247"/>
                    <a:pt x="44" y="302"/>
                    <a:pt x="6" y="337"/>
                  </a:cubicBezTo>
                  <a:cubicBezTo>
                    <a:pt x="1" y="342"/>
                    <a:pt x="0" y="343"/>
                    <a:pt x="0" y="345"/>
                  </a:cubicBezTo>
                  <a:cubicBezTo>
                    <a:pt x="0" y="346"/>
                    <a:pt x="1" y="349"/>
                    <a:pt x="5" y="349"/>
                  </a:cubicBezTo>
                  <a:cubicBezTo>
                    <a:pt x="9" y="349"/>
                    <a:pt x="42" y="326"/>
                    <a:pt x="65" y="282"/>
                  </a:cubicBezTo>
                  <a:cubicBezTo>
                    <a:pt x="80" y="253"/>
                    <a:pt x="91" y="215"/>
                    <a:pt x="91" y="175"/>
                  </a:cubicBezTo>
                  <a:cubicBezTo>
                    <a:pt x="91" y="125"/>
                    <a:pt x="76" y="49"/>
                    <a:pt x="7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7" name="Freeform 107">
              <a:extLst>
                <a:ext uri="{FF2B5EF4-FFF2-40B4-BE49-F238E27FC236}">
                  <a16:creationId xmlns:a16="http://schemas.microsoft.com/office/drawing/2014/main" id="{F5AA158C-D255-37E8-DCFF-6F7DAEC41BC1}"/>
                </a:ext>
              </a:extLst>
            </p:cNvPr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8712200" y="5924550"/>
              <a:ext cx="200025" cy="152400"/>
            </a:xfrm>
            <a:custGeom>
              <a:avLst/>
              <a:gdLst>
                <a:gd name="T0" fmla="*/ 154 w 284"/>
                <a:gd name="T1" fmla="*/ 8 h 249"/>
                <a:gd name="T2" fmla="*/ 142 w 284"/>
                <a:gd name="T3" fmla="*/ 0 h 249"/>
                <a:gd name="T4" fmla="*/ 131 w 284"/>
                <a:gd name="T5" fmla="*/ 6 h 249"/>
                <a:gd name="T6" fmla="*/ 3 w 284"/>
                <a:gd name="T7" fmla="*/ 240 h 249"/>
                <a:gd name="T8" fmla="*/ 0 w 284"/>
                <a:gd name="T9" fmla="*/ 245 h 249"/>
                <a:gd name="T10" fmla="*/ 9 w 284"/>
                <a:gd name="T11" fmla="*/ 249 h 249"/>
                <a:gd name="T12" fmla="*/ 276 w 284"/>
                <a:gd name="T13" fmla="*/ 249 h 249"/>
                <a:gd name="T14" fmla="*/ 284 w 284"/>
                <a:gd name="T15" fmla="*/ 245 h 249"/>
                <a:gd name="T16" fmla="*/ 282 w 284"/>
                <a:gd name="T17" fmla="*/ 240 h 249"/>
                <a:gd name="T18" fmla="*/ 154 w 284"/>
                <a:gd name="T19" fmla="*/ 8 h 249"/>
                <a:gd name="T20" fmla="*/ 131 w 284"/>
                <a:gd name="T21" fmla="*/ 34 h 249"/>
                <a:gd name="T22" fmla="*/ 233 w 284"/>
                <a:gd name="T23" fmla="*/ 220 h 249"/>
                <a:gd name="T24" fmla="*/ 28 w 284"/>
                <a:gd name="T25" fmla="*/ 220 h 249"/>
                <a:gd name="T26" fmla="*/ 131 w 284"/>
                <a:gd name="T27" fmla="*/ 3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4" h="249">
                  <a:moveTo>
                    <a:pt x="154" y="8"/>
                  </a:moveTo>
                  <a:cubicBezTo>
                    <a:pt x="150" y="2"/>
                    <a:pt x="149" y="0"/>
                    <a:pt x="142" y="0"/>
                  </a:cubicBezTo>
                  <a:cubicBezTo>
                    <a:pt x="138" y="0"/>
                    <a:pt x="134" y="1"/>
                    <a:pt x="131" y="6"/>
                  </a:cubicBezTo>
                  <a:lnTo>
                    <a:pt x="3" y="240"/>
                  </a:lnTo>
                  <a:cubicBezTo>
                    <a:pt x="0" y="244"/>
                    <a:pt x="0" y="245"/>
                    <a:pt x="0" y="245"/>
                  </a:cubicBezTo>
                  <a:cubicBezTo>
                    <a:pt x="0" y="249"/>
                    <a:pt x="3" y="249"/>
                    <a:pt x="9" y="249"/>
                  </a:cubicBezTo>
                  <a:lnTo>
                    <a:pt x="276" y="249"/>
                  </a:lnTo>
                  <a:cubicBezTo>
                    <a:pt x="282" y="249"/>
                    <a:pt x="284" y="249"/>
                    <a:pt x="284" y="245"/>
                  </a:cubicBezTo>
                  <a:cubicBezTo>
                    <a:pt x="284" y="245"/>
                    <a:pt x="284" y="244"/>
                    <a:pt x="282" y="240"/>
                  </a:cubicBezTo>
                  <a:lnTo>
                    <a:pt x="154" y="8"/>
                  </a:lnTo>
                  <a:close/>
                  <a:moveTo>
                    <a:pt x="131" y="34"/>
                  </a:moveTo>
                  <a:lnTo>
                    <a:pt x="233" y="220"/>
                  </a:lnTo>
                  <a:lnTo>
                    <a:pt x="28" y="220"/>
                  </a:lnTo>
                  <a:lnTo>
                    <a:pt x="131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8" name="Freeform 108">
              <a:extLst>
                <a:ext uri="{FF2B5EF4-FFF2-40B4-BE49-F238E27FC236}">
                  <a16:creationId xmlns:a16="http://schemas.microsoft.com/office/drawing/2014/main" id="{A49FEED6-A22D-A8D0-64BC-A0A87D1B4DB6}"/>
                </a:ext>
              </a:extLst>
            </p:cNvPr>
            <p:cNvSpPr>
              <a:spLocks/>
            </p:cNvSpPr>
            <p:nvPr>
              <p:custDataLst>
                <p:tags r:id="rId35"/>
              </p:custDataLst>
            </p:nvPr>
          </p:nvSpPr>
          <p:spPr bwMode="auto">
            <a:xfrm>
              <a:off x="8939213" y="5981700"/>
              <a:ext cx="131763" cy="96837"/>
            </a:xfrm>
            <a:custGeom>
              <a:avLst/>
              <a:gdLst>
                <a:gd name="T0" fmla="*/ 70 w 186"/>
                <a:gd name="T1" fmla="*/ 117 h 157"/>
                <a:gd name="T2" fmla="*/ 37 w 186"/>
                <a:gd name="T3" fmla="*/ 147 h 157"/>
                <a:gd name="T4" fmla="*/ 18 w 186"/>
                <a:gd name="T5" fmla="*/ 142 h 157"/>
                <a:gd name="T6" fmla="*/ 34 w 186"/>
                <a:gd name="T7" fmla="*/ 123 h 157"/>
                <a:gd name="T8" fmla="*/ 20 w 186"/>
                <a:gd name="T9" fmla="*/ 110 h 157"/>
                <a:gd name="T10" fmla="*/ 0 w 186"/>
                <a:gd name="T11" fmla="*/ 132 h 157"/>
                <a:gd name="T12" fmla="*/ 36 w 186"/>
                <a:gd name="T13" fmla="*/ 157 h 157"/>
                <a:gd name="T14" fmla="*/ 76 w 186"/>
                <a:gd name="T15" fmla="*/ 132 h 157"/>
                <a:gd name="T16" fmla="*/ 117 w 186"/>
                <a:gd name="T17" fmla="*/ 157 h 157"/>
                <a:gd name="T18" fmla="*/ 178 w 186"/>
                <a:gd name="T19" fmla="*/ 104 h 157"/>
                <a:gd name="T20" fmla="*/ 173 w 186"/>
                <a:gd name="T21" fmla="*/ 99 h 157"/>
                <a:gd name="T22" fmla="*/ 166 w 186"/>
                <a:gd name="T23" fmla="*/ 105 h 157"/>
                <a:gd name="T24" fmla="*/ 118 w 186"/>
                <a:gd name="T25" fmla="*/ 147 h 157"/>
                <a:gd name="T26" fmla="*/ 97 w 186"/>
                <a:gd name="T27" fmla="*/ 125 h 157"/>
                <a:gd name="T28" fmla="*/ 115 w 186"/>
                <a:gd name="T29" fmla="*/ 45 h 157"/>
                <a:gd name="T30" fmla="*/ 149 w 186"/>
                <a:gd name="T31" fmla="*/ 10 h 157"/>
                <a:gd name="T32" fmla="*/ 168 w 186"/>
                <a:gd name="T33" fmla="*/ 14 h 157"/>
                <a:gd name="T34" fmla="*/ 153 w 186"/>
                <a:gd name="T35" fmla="*/ 34 h 157"/>
                <a:gd name="T36" fmla="*/ 167 w 186"/>
                <a:gd name="T37" fmla="*/ 47 h 157"/>
                <a:gd name="T38" fmla="*/ 186 w 186"/>
                <a:gd name="T39" fmla="*/ 25 h 157"/>
                <a:gd name="T40" fmla="*/ 150 w 186"/>
                <a:gd name="T41" fmla="*/ 0 h 157"/>
                <a:gd name="T42" fmla="*/ 111 w 186"/>
                <a:gd name="T43" fmla="*/ 25 h 157"/>
                <a:gd name="T44" fmla="*/ 69 w 186"/>
                <a:gd name="T45" fmla="*/ 0 h 157"/>
                <a:gd name="T46" fmla="*/ 8 w 186"/>
                <a:gd name="T47" fmla="*/ 53 h 157"/>
                <a:gd name="T48" fmla="*/ 14 w 186"/>
                <a:gd name="T49" fmla="*/ 58 h 157"/>
                <a:gd name="T50" fmla="*/ 20 w 186"/>
                <a:gd name="T51" fmla="*/ 52 h 157"/>
                <a:gd name="T52" fmla="*/ 68 w 186"/>
                <a:gd name="T53" fmla="*/ 10 h 157"/>
                <a:gd name="T54" fmla="*/ 89 w 186"/>
                <a:gd name="T55" fmla="*/ 33 h 157"/>
                <a:gd name="T56" fmla="*/ 82 w 186"/>
                <a:gd name="T57" fmla="*/ 69 h 157"/>
                <a:gd name="T58" fmla="*/ 70 w 186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6" h="157">
                  <a:moveTo>
                    <a:pt x="70" y="117"/>
                  </a:moveTo>
                  <a:cubicBezTo>
                    <a:pt x="66" y="128"/>
                    <a:pt x="55" y="147"/>
                    <a:pt x="37" y="147"/>
                  </a:cubicBezTo>
                  <a:cubicBezTo>
                    <a:pt x="36" y="147"/>
                    <a:pt x="26" y="147"/>
                    <a:pt x="18" y="142"/>
                  </a:cubicBezTo>
                  <a:cubicBezTo>
                    <a:pt x="33" y="138"/>
                    <a:pt x="34" y="125"/>
                    <a:pt x="34" y="123"/>
                  </a:cubicBezTo>
                  <a:cubicBezTo>
                    <a:pt x="34" y="116"/>
                    <a:pt x="28" y="110"/>
                    <a:pt x="20" y="110"/>
                  </a:cubicBezTo>
                  <a:cubicBezTo>
                    <a:pt x="10" y="110"/>
                    <a:pt x="0" y="119"/>
                    <a:pt x="0" y="132"/>
                  </a:cubicBezTo>
                  <a:cubicBezTo>
                    <a:pt x="0" y="149"/>
                    <a:pt x="19" y="157"/>
                    <a:pt x="36" y="157"/>
                  </a:cubicBezTo>
                  <a:cubicBezTo>
                    <a:pt x="53" y="157"/>
                    <a:pt x="67" y="147"/>
                    <a:pt x="76" y="132"/>
                  </a:cubicBezTo>
                  <a:cubicBezTo>
                    <a:pt x="84" y="151"/>
                    <a:pt x="103" y="157"/>
                    <a:pt x="117" y="157"/>
                  </a:cubicBezTo>
                  <a:cubicBezTo>
                    <a:pt x="157" y="157"/>
                    <a:pt x="178" y="113"/>
                    <a:pt x="178" y="104"/>
                  </a:cubicBezTo>
                  <a:cubicBezTo>
                    <a:pt x="178" y="99"/>
                    <a:pt x="174" y="99"/>
                    <a:pt x="173" y="99"/>
                  </a:cubicBezTo>
                  <a:cubicBezTo>
                    <a:pt x="168" y="99"/>
                    <a:pt x="168" y="101"/>
                    <a:pt x="166" y="105"/>
                  </a:cubicBezTo>
                  <a:cubicBezTo>
                    <a:pt x="159" y="129"/>
                    <a:pt x="138" y="147"/>
                    <a:pt x="118" y="147"/>
                  </a:cubicBezTo>
                  <a:cubicBezTo>
                    <a:pt x="104" y="147"/>
                    <a:pt x="97" y="138"/>
                    <a:pt x="97" y="125"/>
                  </a:cubicBezTo>
                  <a:cubicBezTo>
                    <a:pt x="97" y="116"/>
                    <a:pt x="106" y="84"/>
                    <a:pt x="115" y="45"/>
                  </a:cubicBezTo>
                  <a:cubicBezTo>
                    <a:pt x="122" y="18"/>
                    <a:pt x="138" y="10"/>
                    <a:pt x="149" y="10"/>
                  </a:cubicBezTo>
                  <a:cubicBezTo>
                    <a:pt x="150" y="10"/>
                    <a:pt x="161" y="10"/>
                    <a:pt x="168" y="14"/>
                  </a:cubicBezTo>
                  <a:cubicBezTo>
                    <a:pt x="157" y="18"/>
                    <a:pt x="153" y="27"/>
                    <a:pt x="153" y="34"/>
                  </a:cubicBezTo>
                  <a:cubicBezTo>
                    <a:pt x="153" y="41"/>
                    <a:pt x="159" y="47"/>
                    <a:pt x="167" y="47"/>
                  </a:cubicBezTo>
                  <a:cubicBezTo>
                    <a:pt x="175" y="47"/>
                    <a:pt x="186" y="40"/>
                    <a:pt x="186" y="25"/>
                  </a:cubicBezTo>
                  <a:cubicBezTo>
                    <a:pt x="186" y="6"/>
                    <a:pt x="164" y="0"/>
                    <a:pt x="150" y="0"/>
                  </a:cubicBezTo>
                  <a:cubicBezTo>
                    <a:pt x="133" y="0"/>
                    <a:pt x="119" y="11"/>
                    <a:pt x="111" y="25"/>
                  </a:cubicBezTo>
                  <a:cubicBezTo>
                    <a:pt x="105" y="10"/>
                    <a:pt x="89" y="0"/>
                    <a:pt x="69" y="0"/>
                  </a:cubicBezTo>
                  <a:cubicBezTo>
                    <a:pt x="30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8" y="58"/>
                    <a:pt x="19" y="56"/>
                    <a:pt x="20" y="52"/>
                  </a:cubicBezTo>
                  <a:cubicBezTo>
                    <a:pt x="29" y="25"/>
                    <a:pt x="51" y="10"/>
                    <a:pt x="68" y="10"/>
                  </a:cubicBezTo>
                  <a:cubicBezTo>
                    <a:pt x="80" y="10"/>
                    <a:pt x="89" y="16"/>
                    <a:pt x="89" y="33"/>
                  </a:cubicBezTo>
                  <a:cubicBezTo>
                    <a:pt x="89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9" name="フリーフォーム: 図形 118">
              <a:extLst>
                <a:ext uri="{FF2B5EF4-FFF2-40B4-BE49-F238E27FC236}">
                  <a16:creationId xmlns:a16="http://schemas.microsoft.com/office/drawing/2014/main" id="{EAB38E8D-5F11-352F-E43E-20CAE87505C9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935913" y="5887244"/>
              <a:ext cx="1911351" cy="14289"/>
            </a:xfrm>
            <a:custGeom>
              <a:avLst/>
              <a:gdLst/>
              <a:ahLst/>
              <a:cxnLst/>
              <a:rect l="0" t="0" r="0" b="0"/>
              <a:pathLst>
                <a:path w="1911351" h="14289">
                  <a:moveTo>
                    <a:pt x="0" y="14288"/>
                  </a:moveTo>
                  <a:lnTo>
                    <a:pt x="1911350" y="14288"/>
                  </a:lnTo>
                  <a:lnTo>
                    <a:pt x="19113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EB38E8F6-8797-4C4F-A381-217F4D8B43E2}"/>
              </a:ext>
            </a:extLst>
          </p:cNvPr>
          <p:cNvSpPr/>
          <p:nvPr/>
        </p:nvSpPr>
        <p:spPr>
          <a:xfrm>
            <a:off x="1021557" y="1960563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エネルギーと質量の等価性</a:t>
            </a:r>
            <a:endParaRPr kumimoji="1" lang="en-US" altLang="ja-JP" sz="1800" b="1" dirty="0">
              <a:solidFill>
                <a:schemeClr val="accent6"/>
              </a:solidFill>
            </a:endParaRPr>
          </a:p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光子のエネルギー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5CE0C689-2B64-7CD6-39EC-6D0B4684BDB6}"/>
              </a:ext>
            </a:extLst>
          </p:cNvPr>
          <p:cNvSpPr/>
          <p:nvPr/>
        </p:nvSpPr>
        <p:spPr>
          <a:xfrm>
            <a:off x="1021557" y="3060149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オイラーの公式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932445F4-4ACF-31CF-C172-015C6FE1C83C}"/>
              </a:ext>
            </a:extLst>
          </p:cNvPr>
          <p:cNvSpPr/>
          <p:nvPr/>
        </p:nvSpPr>
        <p:spPr>
          <a:xfrm>
            <a:off x="1021556" y="4159735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ｎ次反応式</a:t>
            </a: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A49B0514-F145-F403-C4E4-C332D1BC57B9}"/>
              </a:ext>
            </a:extLst>
          </p:cNvPr>
          <p:cNvSpPr/>
          <p:nvPr/>
        </p:nvSpPr>
        <p:spPr>
          <a:xfrm>
            <a:off x="1021555" y="5259321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拡散方程式</a:t>
            </a: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AB1249A6-74CA-79CA-9BE6-191D649BFE10}"/>
              </a:ext>
            </a:extLst>
          </p:cNvPr>
          <p:cNvSpPr/>
          <p:nvPr/>
        </p:nvSpPr>
        <p:spPr>
          <a:xfrm>
            <a:off x="5345907" y="3060148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極限の定義</a:t>
            </a: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7E28FA5C-9DC6-99BF-615B-F0E86DB4BAAF}"/>
              </a:ext>
            </a:extLst>
          </p:cNvPr>
          <p:cNvSpPr/>
          <p:nvPr/>
        </p:nvSpPr>
        <p:spPr>
          <a:xfrm>
            <a:off x="5345906" y="4159734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遠心力</a:t>
            </a: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8FFDB2E9-B6F4-37F8-6C83-DB0E2745C3A1}"/>
              </a:ext>
            </a:extLst>
          </p:cNvPr>
          <p:cNvSpPr/>
          <p:nvPr/>
        </p:nvSpPr>
        <p:spPr>
          <a:xfrm>
            <a:off x="5345906" y="1960563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個体群増殖モデル</a:t>
            </a: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2AC6D910-8407-ACD9-478F-69506805CE3A}"/>
              </a:ext>
            </a:extLst>
          </p:cNvPr>
          <p:cNvSpPr/>
          <p:nvPr/>
        </p:nvSpPr>
        <p:spPr>
          <a:xfrm>
            <a:off x="5345906" y="5259319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ハーディ</a:t>
            </a:r>
            <a:r>
              <a:rPr kumimoji="1" lang="en-US" altLang="ja-JP" sz="1800" b="1" dirty="0">
                <a:solidFill>
                  <a:schemeClr val="accent6"/>
                </a:solidFill>
              </a:rPr>
              <a:t>-</a:t>
            </a:r>
            <a:r>
              <a:rPr kumimoji="1" lang="ja-JP" altLang="en-US" sz="1800" b="1" dirty="0">
                <a:solidFill>
                  <a:schemeClr val="accent6"/>
                </a:solidFill>
              </a:rPr>
              <a:t>ワインベルグ平衡</a:t>
            </a:r>
          </a:p>
        </p:txBody>
      </p:sp>
    </p:spTree>
    <p:extLst>
      <p:ext uri="{BB962C8B-B14F-4D97-AF65-F5344CB8AC3E}">
        <p14:creationId xmlns:p14="http://schemas.microsoft.com/office/powerpoint/2010/main" val="55977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752"/>
  <p:tag name="ORIGINALWIDTH" val="50.25004"/>
  <p:tag name="LATEXADDIN" val="\documentclass{article}&#10;\usepackage{amsmath,bm}&#10;\pagestyle{empty}&#10;\begin{document}&#10;&#10;$E= mc^2 = h\nu$&#10;&#10;&#10;\end{document}"/>
  <p:tag name="IGUANATEXSIZE" val="20"/>
  <p:tag name="IGUANATEXCURSOR" val="46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33068"/>
  <p:tag name="ORIGINALWIDTH" val="64.1385"/>
  <p:tag name="LATEXADDIN" val="\documentclass{article}&#10;\usepackage{amsmath,bm}&#10;\pagestyle{empty}&#10;\begin{document}&#10;&#10;$e^{i\theta} = \cos\theta + i\sin\theta$&#10;&#10;&#10;\end{document}"/>
  <p:tag name="IGUANATEXSIZE" val="20"/>
  <p:tag name="IGUANATEXCURSOR" val="123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26628"/>
  <p:tag name="ORIGINALWIDTH" val="40.67847"/>
  <p:tag name="LATEXADDIN" val="\documentclass{article}&#10;\usepackage{amsmath,bm}&#10;\pagestyle{empty}&#10;\begin{document}&#10;&#10;$\tfrac{dC}{dt} = -kC^n$&#10;&#10;&#10;\end{document}"/>
  <p:tag name="IGUANATEXSIZE" val="20"/>
  <p:tag name="IGUANATEXCURSOR" val="107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8565"/>
  <p:tag name="ORIGINALWIDTH" val="41.39588"/>
  <p:tag name="LATEXADDIN" val="\documentclass{article}&#10;\usepackage{amsmath, mathtools, mathbbol, amssymb, bm, cancel}&#10;\pagestyle{empty}&#10;\begin{document}&#10;&#10;$\tfrac{\partial C}{\partial t} = \kappa\nabla^2C$&#10;&#10;\end{document}"/>
  <p:tag name="IGUANATEXSIZE" val="20"/>
  <p:tag name="IGUANATEXCURSOR" val="14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219024"/>
  <p:tag name="ORIGINALWIDTH" val="60.98182"/>
  <p:tag name="LATEXADDIN" val="\documentclass{article}&#10;\usepackage{amsmath,bm}&#10;\pagestyle{empty}&#10;\begin{document}&#10;&#10;$\tfrac{dN}{dt} = rN\left(1-\tfrac{N}{k}\right)$&#10;&#10;&#10;\end{document}"/>
  <p:tag name="IGUANATEXSIZE" val="20"/>
  <p:tag name="IGUANATEXCURSOR" val="130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3239"/>
  <p:tag name="ORIGINALWIDTH" val="52.91069"/>
  <p:tag name="LATEXADDIN" val="\documentclass{article}&#10;\usepackage{amsmath,bm}&#10;\pagestyle{empty}&#10;\begin{document}&#10;&#10;$F = m\omega^2r\sin\theta$&#10;&#10;&#10;\end{document}"/>
  <p:tag name="IGUANATEXSIZE" val="20"/>
  <p:tag name="IGUANATEXCURSOR" val="10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55879"/>
  <p:tag name="ORIGINALWIDTH" val="60.55136"/>
  <p:tag name="LATEXADDIN" val="\documentclass{article}&#10;\usepackage{amsmath,bm}&#10;\pagestyle{empty}&#10;\begin{document}&#10;&#10;$p^2 + 2pq + q^2 = 1$&#10;&#10;&#10;\end{document}"/>
  <p:tag name="IGUANATEXSIZE" val="20"/>
  <p:tag name="IGUANATEXCURSOR" val="104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51479"/>
  <p:tag name="ORIGINALWIDTH" val="91.58037"/>
  <p:tag name="LATEXADDIN" val="\documentclass{article}&#10;\usepackage{amsmath,bm}&#10;\pagestyle{empty}&#10;\begin{document}&#10;&#10;\[&#10;f^\prime(x) = \lim_{\Delta x \rightarrow 0}\tfrac{f(x+\Delta x)-f(x)}{\Delta x}&#10;\]&#10;&#10;&#10;\end{document}"/>
  <p:tag name="IGUANATEXSIZE" val="20"/>
  <p:tag name="IGUANATEXCURSOR" val="16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77526"/>
  <p:tag name="ORIGINALWIDTH" val="3.981765"/>
  <p:tag name="LATEXADDIN" val="\documentclass{article}&#10;\usepackage{amsmath,bm}&#10;\pagestyle{empty}&#10;\begin{document}&#10;&#10;\[&#10;f^\prime(x) = \lim_{\Delta x \rightarrow 0}\tfrac{f(x+\Delta x)-f(x)}{\Delta x}&#10;\]&#10;&#10;&#10;\end{document}"/>
  <p:tag name="IGUANATEXSIZE" val="20"/>
  <p:tag name="IGUANATEXCURSOR" val="16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11015"/>
  <p:tag name="ORIGINALWIDTH" val="1.399006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7356"/>
  <p:tag name="ORIGINALWIDTH" val="1.865326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0822"/>
  <p:tag name="ORIGINALWIDTH" val="3.945882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7356"/>
  <p:tag name="ORIGINALWIDTH" val="1.829466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614213"/>
  <p:tag name="ORIGINALWIDTH" val="5.23726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68"/>
  <p:tag name="ORIGINALWIDTH" val="1.793583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7431"/>
  <p:tag name="ORIGINALWIDTH" val="1.685979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4962"/>
  <p:tag name="ORIGINALWIDTH" val="6.205808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43678"/>
  <p:tag name="ORIGINALWIDTH" val="4.519828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8159"/>
  <p:tag name="ORIGINALWIDTH" val="2.977359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46876"/>
  <p:tag name="ORIGINALWIDTH" val="5.452491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0191"/>
  <p:tag name="ORIGINALWIDTH" val="2.546899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2201"/>
  <p:tag name="ORIGINALWIDTH" val="2.941476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70749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52299"/>
  <p:tag name="ORIGINALWIDTH" val="2.977359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51282"/>
  <p:tag name="ORIGINALWIDTH" val="4.089368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43678"/>
  <p:tag name="ORIGINALWIDTH" val="4.555711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52299"/>
  <p:tag name="ORIGINALWIDTH" val="2.977359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70749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510902"/>
  <p:tag name="ORIGINALWIDTH" val="3.76653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2201"/>
  <p:tag name="ORIGINALWIDTH" val="2.94147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70749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52299"/>
  <p:tag name="ORIGINALWIDTH" val="2.977359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34866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43678"/>
  <p:tag name="ORIGINALWIDTH" val="4.519828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8159"/>
  <p:tag name="ORIGINALWIDTH" val="2.977359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43.18949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4.161111"/>
  <p:tag name="LATEXADDIN" val="\documentclass{article}&#10;\usepackage{amsmath,bm}&#10;\pagestyle{empty}&#10;\begin{document}&#10;&#10;$p^2 + 2pq + q^2 = 1$&#10;&#10;&#10;\end{document}"/>
  <p:tag name="IGUANATEXSIZE" val="20"/>
  <p:tag name="IGUANATEXCURSOR" val="104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2.475155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5.309003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3.156705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4.161111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3.30019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5.309003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3.264331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2.475155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93582"/>
  <p:tag name="ORIGINALWIDTH" val="5.309003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2.61864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95977"/>
  <p:tag name="ORIGINALWIDTH" val="5.739463"/>
  <p:tag name="LATEXADDIN" val="\documentclass{article}&#10;\usepackage{amsmath,bm}&#10;\pagestyle{empty}&#10;\begin{document}&#10;&#10;$F = m\omega^2r\sin\theta$&#10;&#10;&#10;\end{document}"/>
  <p:tag name="IGUANATEXSIZE" val="20"/>
  <p:tag name="IGUANATEXCURSOR" val="10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01209"/>
  <p:tag name="ORIGINALWIDTH" val="5.344886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6.600382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4.77094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38277"/>
  <p:tag name="ORIGINALWIDTH" val="2.511015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3.264331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02394"/>
  <p:tag name="ORIGINALWIDTH" val="2.618641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4233"/>
  <p:tag name="ORIGINALWIDTH" val="1.685979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4.053507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18833"/>
  <p:tag name="ORIGINALWIDTH" val="3.336074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94791"/>
  <p:tag name="ORIGINALWIDTH" val="2.905615"/>
  <p:tag name="LATEXADDIN" val="\documentclass{article}&#10;\usepackage{amsmath,bm}&#10;\pagestyle{empty}&#10;\begin{document}&#10;&#10;$\tfrac{dN}{dt} = rN\left(1-\tfrac{N}{k}\right)$&#10;&#10;&#10;\end{document}"/>
  <p:tag name="IGUANATEXSIZE" val="20"/>
  <p:tag name="IGUANATEXCURSOR" val="130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5.02203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905615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0191"/>
  <p:tag name="ORIGINALWIDTH" val="1.901209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57722"/>
  <p:tag name="ORIGINALWIDTH" val="5.344887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71935"/>
  <p:tag name="ORIGINALWIDTH" val="3.300191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57"/>
  <p:tag name="ORIGINALWIDTH" val="6.779753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03795"/>
  <p:tag name="ORIGINALWIDTH" val="2.116438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617"/>
  <p:tag name="ORIGINALWIDTH" val="2.654502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561"/>
  <p:tag name="ORIGINALWIDTH" val="4.914427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5.02203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762128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03795"/>
  <p:tag name="ORIGINALWIDTH" val="2.116438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9.075561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5.703648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3.264331"/>
  <p:tag name="LATEXADDIN" val="\documentclass{article}&#10;\usepackage{amsmath, mathtools, mathbbol, amssymb, bm, cancel}&#10;\pagestyle{empty}&#10;\begin{document}&#10;&#10;$\tfrac{\partial C}{\partial t} = \kappa\nabla^2C$&#10;&#10;\end{document}"/>
  <p:tag name="IGUANATEXSIZE" val="20"/>
  <p:tag name="IGUANATEXCURSOR" val="14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15421"/>
  <p:tag name="ORIGINALWIDTH" val="4.34048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3048"/>
  <p:tag name="ORIGINALWIDTH" val="3.228448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4962"/>
  <p:tag name="ORIGINALWIDTH" val="1.90120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614235"/>
  <p:tag name="ORIGINALWIDTH" val="5.309004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92588"/>
  <p:tag name="ORIGINALWIDTH" val="3.945881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203"/>
  <p:tag name="ORIGINALWIDTH" val="5.918833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64331"/>
  <p:tag name="ORIGINALWIDTH" val="2.475155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93774"/>
  <p:tag name="ORIGINALWIDTH" val="5.66772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561"/>
  <p:tag name="ORIGINALWIDTH" val="8.752704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30651"/>
  <p:tag name="ORIGINALWIDTH" val="2.869731"/>
  <p:tag name="LATEXADDIN" val="\documentclass{article}&#10;\usepackage{amsmath,bm}&#10;\pagestyle{empty}&#10;\begin{document}&#10;&#10;$\tfrac{dC}{dt} = -kC^n$&#10;&#10;&#10;\end{document}"/>
  <p:tag name="IGUANATEXSIZE" val="20"/>
  <p:tag name="IGUANATEXCURSOR" val="107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02394"/>
  <p:tag name="ORIGINALWIDTH" val="4.34048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30651"/>
  <p:tag name="ORIGINALWIDTH" val="2.869731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71935"/>
  <p:tag name="ORIGINALWIDTH" val="1.901209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57722"/>
  <p:tag name="ORIGINALWIDTH" val="5.344886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561"/>
  <p:tag name="ORIGINALWIDTH" val="4.878543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09004"/>
  <p:tag name="ORIGINALWIDTH" val="3.658908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88373"/>
  <p:tag name="ORIGINALWIDTH" val="5.703603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67529"/>
  <p:tag name="ORIGINALWIDTH" val="3.407817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8.358127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3048"/>
  <p:tag name="ORIGINALWIDTH" val="3.049101"/>
  <p:tag name="LATEXADDIN" val="\documentclass{article}&#10;\usepackage{amsmath,bm}&#10;\pagestyle{empty}&#10;\begin{document}&#10;&#10;$e^{i\theta} = \cos\theta + i\sin\theta$&#10;&#10;&#10;\end{document}"/>
  <p:tag name="IGUANATEXSIZE" val="20"/>
  <p:tag name="IGUANATEXCURSOR" val="123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1.68597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7624"/>
  <p:tag name="ORIGINALWIDTH" val="2.511015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01209"/>
  <p:tag name="ORIGINALWIDTH" val="5.273143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3.049101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3.479561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618641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39463"/>
  <p:tag name="ORIGINALWIDTH" val="3.264331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44887"/>
  <p:tag name="ORIGINALWIDTH" val="5.273143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80747"/>
  <p:tag name="ORIGINALWIDTH" val="2.080555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618641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80747"/>
  <p:tag name="ORIGINALWIDTH" val="1.685979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51304"/>
  <p:tag name="ORIGINALWIDTH" val="4.017624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39463"/>
  <p:tag name="ORIGINALWIDTH" val="3.300191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25"/>
  <p:tag name="ORIGINALWIDTH" val="5.81252"/>
  <p:tag name="LATEXADDIN" val="\documentclass{article}&#10;\usepackage{amsmath,bm}&#10;\pagestyle{empty}&#10;\begin{document}&#10;&#10;$E= mc^2 = h\nu$&#10;&#10;&#10;\end{document}"/>
  <p:tag name="IGUANATEXSIZE" val="20"/>
  <p:tag name="IGUANATEXCURSOR" val="46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3752"/>
  <p:tag name="ORIGINALWIDTH" val="5.31252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6.56252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3.125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75"/>
  <p:tag name="ORIGINALWIDTH" val="2.43752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3752"/>
  <p:tag name="ORIGINALWIDTH" val="5.31252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1252"/>
  <p:tag name="ORIGINALWIDTH" val="3.93752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8752"/>
  <p:tag name="ORIGINALWIDTH" val="3.81252"/>
  <p:tag name="EMFCHILD" val="True"/>
</p:tagLst>
</file>

<file path=ppt/theme/theme1.xml><?xml version="1.0" encoding="utf-8"?>
<a:theme xmlns:a="http://schemas.openxmlformats.org/drawingml/2006/main" name="them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BD37C5D5-CF7A-4DC7-A5D4-DF783D9A41BC}" vid="{A880F30E-F716-4BD9-A675-979F3E8F45AF}"/>
    </a:ext>
  </a:extLst>
</a:theme>
</file>

<file path=docMetadata/LabelInfo.xml><?xml version="1.0" encoding="utf-8"?>
<clbl:labelList xmlns:clbl="http://schemas.microsoft.com/office/2020/mipLabelMetadata">
  <clbl:label id="{a200199d-23c1-49c4-a04b-0c65fe2d1f20}" enabled="0" method="" siteId="{a200199d-23c1-49c4-a04b-0c65fe2d1f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557</Words>
  <Application>Microsoft Office PowerPoint</Application>
  <PresentationFormat>ユーザー設定</PresentationFormat>
  <Paragraphs>32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ＭＳ ゴシック</vt:lpstr>
      <vt:lpstr>ＭＳ 明朝</vt:lpstr>
      <vt:lpstr>Arial</vt:lpstr>
      <vt:lpstr>Courier New</vt:lpstr>
      <vt:lpstr>Wingdings</vt:lpstr>
      <vt:lpstr>theme</vt:lpstr>
      <vt:lpstr>【必読】はじめに（非表示に設定しています．）</vt:lpstr>
      <vt:lpstr>各数式の説明（非表示に設定しています．）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2025-11-21T17:32:41Z</dcterms:created>
  <dcterms:modified xsi:type="dcterms:W3CDTF">2025-11-25T18:21:20Z</dcterms:modified>
</cp:coreProperties>
</file>