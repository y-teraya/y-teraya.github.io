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81" r:id="rId2"/>
    <p:sldId id="283" r:id="rId3"/>
    <p:sldId id="282" r:id="rId4"/>
  </p:sldIdLst>
  <p:sldSz cx="10691813" cy="7559675"/>
  <p:notesSz cx="7099300" cy="10234613"/>
  <p:defaultTextStyle>
    <a:defPPr>
      <a:defRPr lang="en-US"/>
    </a:defPPr>
    <a:lvl1pPr marL="0" algn="l" defTabSz="663605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1pPr>
    <a:lvl2pPr marL="331803" algn="l" defTabSz="663605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2pPr>
    <a:lvl3pPr marL="663605" algn="l" defTabSz="663605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3pPr>
    <a:lvl4pPr marL="995408" algn="l" defTabSz="663605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4pPr>
    <a:lvl5pPr marL="1327210" algn="l" defTabSz="663605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5pPr>
    <a:lvl6pPr marL="1659013" algn="l" defTabSz="663605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6pPr>
    <a:lvl7pPr marL="1990815" algn="l" defTabSz="663605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7pPr>
    <a:lvl8pPr marL="2322618" algn="l" defTabSz="663605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8pPr>
    <a:lvl9pPr marL="2654420" algn="l" defTabSz="663605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87" userDrawn="1">
          <p15:clr>
            <a:srgbClr val="A4A3A4"/>
          </p15:clr>
        </p15:guide>
        <p15:guide id="2" pos="16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FF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4995" autoAdjust="0"/>
    <p:restoredTop sz="94660"/>
  </p:normalViewPr>
  <p:slideViewPr>
    <p:cSldViewPr snapToGrid="0">
      <p:cViewPr varScale="1">
        <p:scale>
          <a:sx n="93" d="100"/>
          <a:sy n="93" d="100"/>
        </p:scale>
        <p:origin x="2370" y="120"/>
      </p:cViewPr>
      <p:guideLst>
        <p:guide orient="horz" pos="1587"/>
        <p:guide pos="168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3" d="100"/>
          <a:sy n="73" d="100"/>
        </p:scale>
        <p:origin x="4002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C14C65BA-AC79-1784-F84A-48AE100C7CB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9826495-14E7-9744-08B0-A119CDCB289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A41235-9B59-46F7-9A76-D16FDD15BB54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6DF1564-27E8-00BB-3830-F44B785FE25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374FF41-60C0-F916-1A88-8295B0C2BCF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928596-72B1-4A4A-8792-B0E65CEE70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08310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73722C-5377-4323-9AE9-8ADE7AAD8FF1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1279525"/>
            <a:ext cx="488632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704438-3A79-4D58-8D38-72021DEE2F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8251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表紙_所属有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2E60C66A-5246-0C33-7EFB-B03F24BFA49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5187" y="1045280"/>
            <a:ext cx="5657751" cy="2375229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400" b="1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pPr lvl="0"/>
            <a:r>
              <a:rPr kumimoji="1" lang="ja-JP" altLang="en-US"/>
              <a:t>（タイトル）</a:t>
            </a:r>
          </a:p>
        </p:txBody>
      </p:sp>
      <p:sp>
        <p:nvSpPr>
          <p:cNvPr id="18" name="テキスト プレースホルダー 17">
            <a:extLst>
              <a:ext uri="{FF2B5EF4-FFF2-40B4-BE49-F238E27FC236}">
                <a16:creationId xmlns:a16="http://schemas.microsoft.com/office/drawing/2014/main" id="{1E0EC0E2-760D-335E-B4B2-F185B7AB771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0041" y="5102782"/>
            <a:ext cx="5791399" cy="18922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232184" indent="-232184">
              <a:buFont typeface="Wingdings" panose="05000000000000000000" pitchFamily="2" charset="2"/>
              <a:buChar char="u"/>
              <a:defRPr sz="2000" b="0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pPr lvl="0"/>
            <a:r>
              <a:rPr kumimoji="1" lang="ja-JP" altLang="en-US"/>
              <a:t>（内容）</a:t>
            </a:r>
            <a:endParaRPr kumimoji="1" lang="en-US" altLang="ja-JP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2A1B4DB4-7D95-3782-5925-79D44D0B0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6376" y="0"/>
            <a:ext cx="3415441" cy="7559675"/>
          </a:xfrm>
          <a:prstGeom prst="rect">
            <a:avLst/>
          </a:prstGeom>
        </p:spPr>
      </p:pic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C70B0BBE-9A5D-26A4-4CFA-B017A77E553F}"/>
              </a:ext>
            </a:extLst>
          </p:cNvPr>
          <p:cNvCxnSpPr>
            <a:cxnSpLocks/>
          </p:cNvCxnSpPr>
          <p:nvPr/>
        </p:nvCxnSpPr>
        <p:spPr>
          <a:xfrm flipH="1" flipV="1">
            <a:off x="490043" y="4419144"/>
            <a:ext cx="10209196" cy="4666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テキスト プレースホルダー 14">
            <a:extLst>
              <a:ext uri="{FF2B5EF4-FFF2-40B4-BE49-F238E27FC236}">
                <a16:creationId xmlns:a16="http://schemas.microsoft.com/office/drawing/2014/main" id="{0DFCDE98-8427-3226-3E05-AC9346EB3C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04012" y="6411733"/>
            <a:ext cx="2680378" cy="5833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>
            <a:lvl1pPr marL="0" indent="0">
              <a:buNone/>
              <a:defRPr sz="2000" b="0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pPr lvl="0"/>
            <a:r>
              <a:rPr kumimoji="1" lang="ja-JP" altLang="en-US"/>
              <a:t>（名前）</a:t>
            </a:r>
          </a:p>
        </p:txBody>
      </p:sp>
      <p:sp>
        <p:nvSpPr>
          <p:cNvPr id="4" name="テキスト プレースホルダー 14">
            <a:extLst>
              <a:ext uri="{FF2B5EF4-FFF2-40B4-BE49-F238E27FC236}">
                <a16:creationId xmlns:a16="http://schemas.microsoft.com/office/drawing/2014/main" id="{7C654B0C-B33A-8D8D-ACEC-BB834B95B8D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04012" y="5571759"/>
            <a:ext cx="2680378" cy="5833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>
            <a:lvl1pPr marL="0" indent="0">
              <a:buNone/>
              <a:defRPr sz="2000" b="0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pPr lvl="0"/>
            <a:r>
              <a:rPr kumimoji="1" lang="ja-JP" altLang="en-US"/>
              <a:t>（所属）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D38704C9-B8A5-3B2A-734D-4CEEF6C32AF9}"/>
              </a:ext>
            </a:extLst>
          </p:cNvPr>
          <p:cNvCxnSpPr>
            <a:cxnSpLocks/>
          </p:cNvCxnSpPr>
          <p:nvPr/>
        </p:nvCxnSpPr>
        <p:spPr>
          <a:xfrm flipH="1">
            <a:off x="8004009" y="6159735"/>
            <a:ext cx="2687805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489B81ED-3985-E7B4-FEB4-A9BD86E8D12D}"/>
              </a:ext>
            </a:extLst>
          </p:cNvPr>
          <p:cNvCxnSpPr>
            <a:cxnSpLocks/>
          </p:cNvCxnSpPr>
          <p:nvPr/>
        </p:nvCxnSpPr>
        <p:spPr>
          <a:xfrm flipH="1">
            <a:off x="8004009" y="6999699"/>
            <a:ext cx="2687805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テキスト プレースホルダー 11">
            <a:extLst>
              <a:ext uri="{FF2B5EF4-FFF2-40B4-BE49-F238E27FC236}">
                <a16:creationId xmlns:a16="http://schemas.microsoft.com/office/drawing/2014/main" id="{6FBA7A68-C898-560C-CB3E-ADD8B948CB3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04012" y="746640"/>
            <a:ext cx="2680378" cy="5972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>
            <a:lvl1pPr marL="0" indent="0">
              <a:buNone/>
              <a:defRPr sz="2000" b="1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pPr lvl="0"/>
            <a:r>
              <a:rPr kumimoji="1" lang="en-US" altLang="ja-JP"/>
              <a:t>20XX.XX.XX</a:t>
            </a:r>
            <a:endParaRPr kumimoji="1" lang="ja-JP" altLang="en-US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9B99BA9C-1175-8A0A-1481-F936CED2E7E7}"/>
              </a:ext>
            </a:extLst>
          </p:cNvPr>
          <p:cNvCxnSpPr>
            <a:cxnSpLocks/>
          </p:cNvCxnSpPr>
          <p:nvPr/>
        </p:nvCxnSpPr>
        <p:spPr>
          <a:xfrm flipH="1">
            <a:off x="8004009" y="1343942"/>
            <a:ext cx="2687805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3697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_所属無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2E60C66A-5246-0C33-7EFB-B03F24BFA49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5187" y="1045280"/>
            <a:ext cx="5657751" cy="2375229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400" b="1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pPr lvl="0"/>
            <a:r>
              <a:rPr kumimoji="1" lang="ja-JP" altLang="en-US"/>
              <a:t>（タイトル）</a:t>
            </a:r>
          </a:p>
        </p:txBody>
      </p:sp>
      <p:sp>
        <p:nvSpPr>
          <p:cNvPr id="18" name="テキスト プレースホルダー 17">
            <a:extLst>
              <a:ext uri="{FF2B5EF4-FFF2-40B4-BE49-F238E27FC236}">
                <a16:creationId xmlns:a16="http://schemas.microsoft.com/office/drawing/2014/main" id="{1E0EC0E2-760D-335E-B4B2-F185B7AB771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0041" y="5102782"/>
            <a:ext cx="5791399" cy="18922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232184" indent="-232184">
              <a:buFont typeface="Wingdings" panose="05000000000000000000" pitchFamily="2" charset="2"/>
              <a:buChar char="u"/>
              <a:defRPr sz="2000" b="0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pPr lvl="0"/>
            <a:r>
              <a:rPr kumimoji="1" lang="ja-JP" altLang="en-US"/>
              <a:t>（内容）</a:t>
            </a:r>
            <a:endParaRPr kumimoji="1" lang="en-US" altLang="ja-JP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2A1B4DB4-7D95-3782-5925-79D44D0B0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6376" y="0"/>
            <a:ext cx="3415441" cy="7559675"/>
          </a:xfrm>
          <a:prstGeom prst="rect">
            <a:avLst/>
          </a:prstGeom>
        </p:spPr>
      </p:pic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C70B0BBE-9A5D-26A4-4CFA-B017A77E553F}"/>
              </a:ext>
            </a:extLst>
          </p:cNvPr>
          <p:cNvCxnSpPr>
            <a:cxnSpLocks/>
          </p:cNvCxnSpPr>
          <p:nvPr/>
        </p:nvCxnSpPr>
        <p:spPr>
          <a:xfrm flipH="1" flipV="1">
            <a:off x="490043" y="4419144"/>
            <a:ext cx="10209196" cy="4666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テキスト プレースホルダー 14">
            <a:extLst>
              <a:ext uri="{FF2B5EF4-FFF2-40B4-BE49-F238E27FC236}">
                <a16:creationId xmlns:a16="http://schemas.microsoft.com/office/drawing/2014/main" id="{0DFCDE98-8427-3226-3E05-AC9346EB3C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04012" y="6411733"/>
            <a:ext cx="2680378" cy="5833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>
            <a:lvl1pPr marL="0" indent="0">
              <a:buNone/>
              <a:defRPr sz="2000" b="0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pPr lvl="0"/>
            <a:r>
              <a:rPr kumimoji="1" lang="ja-JP" altLang="en-US"/>
              <a:t>（名前）</a:t>
            </a: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489B81ED-3985-E7B4-FEB4-A9BD86E8D12D}"/>
              </a:ext>
            </a:extLst>
          </p:cNvPr>
          <p:cNvCxnSpPr>
            <a:cxnSpLocks/>
          </p:cNvCxnSpPr>
          <p:nvPr/>
        </p:nvCxnSpPr>
        <p:spPr>
          <a:xfrm flipH="1">
            <a:off x="8004009" y="6999699"/>
            <a:ext cx="2687805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テキスト プレースホルダー 11">
            <a:extLst>
              <a:ext uri="{FF2B5EF4-FFF2-40B4-BE49-F238E27FC236}">
                <a16:creationId xmlns:a16="http://schemas.microsoft.com/office/drawing/2014/main" id="{6FBA7A68-C898-560C-CB3E-ADD8B948CB3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04012" y="746640"/>
            <a:ext cx="2680378" cy="5972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>
            <a:lvl1pPr marL="0" indent="0">
              <a:buNone/>
              <a:defRPr sz="2000" b="1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pPr lvl="0"/>
            <a:r>
              <a:rPr kumimoji="1" lang="en-US" altLang="ja-JP"/>
              <a:t>20XX.XX.XX</a:t>
            </a:r>
            <a:endParaRPr kumimoji="1" lang="ja-JP" altLang="en-US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9B99BA9C-1175-8A0A-1481-F936CED2E7E7}"/>
              </a:ext>
            </a:extLst>
          </p:cNvPr>
          <p:cNvCxnSpPr>
            <a:cxnSpLocks/>
          </p:cNvCxnSpPr>
          <p:nvPr/>
        </p:nvCxnSpPr>
        <p:spPr>
          <a:xfrm flipH="1">
            <a:off x="8004009" y="1343942"/>
            <a:ext cx="2687805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6532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区切り_名前有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2A1B4DB4-7D95-3782-5925-79D44D0B0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6376" y="0"/>
            <a:ext cx="3415441" cy="7559675"/>
          </a:xfrm>
          <a:prstGeom prst="rect">
            <a:avLst/>
          </a:prstGeom>
        </p:spPr>
      </p:pic>
      <p:sp>
        <p:nvSpPr>
          <p:cNvPr id="5" name="テキスト プレースホルダー 45">
            <a:extLst>
              <a:ext uri="{FF2B5EF4-FFF2-40B4-BE49-F238E27FC236}">
                <a16:creationId xmlns:a16="http://schemas.microsoft.com/office/drawing/2014/main" id="{203D433D-72F7-8B64-6191-AFA717FB80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6144" y="2918793"/>
            <a:ext cx="1692743" cy="1399497"/>
          </a:xfrm>
          <a:prstGeom prst="rect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buNone/>
              <a:defRPr sz="5400" b="1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pPr lvl="0"/>
            <a:r>
              <a:rPr kumimoji="1" lang="en-US" altLang="ja-JP" dirty="0"/>
              <a:t>XX</a:t>
            </a:r>
            <a:endParaRPr kumimoji="1" lang="ja-JP" altLang="en-US" dirty="0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7AC37C91-B49D-89A9-E0AC-8107531AC8E2}"/>
              </a:ext>
            </a:extLst>
          </p:cNvPr>
          <p:cNvCxnSpPr>
            <a:cxnSpLocks/>
          </p:cNvCxnSpPr>
          <p:nvPr/>
        </p:nvCxnSpPr>
        <p:spPr>
          <a:xfrm flipH="1">
            <a:off x="836145" y="5724836"/>
            <a:ext cx="9855669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Google Shape;14;p3">
            <a:extLst>
              <a:ext uri="{FF2B5EF4-FFF2-40B4-BE49-F238E27FC236}">
                <a16:creationId xmlns:a16="http://schemas.microsoft.com/office/drawing/2014/main" id="{69C38065-EA1F-9A97-BBFE-4F92E612E1F7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6145" y="4480599"/>
            <a:ext cx="9855669" cy="123723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0"/>
              <a:buNone/>
              <a:defRPr sz="4400" b="1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9pPr>
          </a:lstStyle>
          <a:p>
            <a:r>
              <a:rPr lang="ja-JP" altLang="en-US"/>
              <a:t>（タイトル）</a:t>
            </a:r>
            <a:endParaRPr/>
          </a:p>
        </p:txBody>
      </p:sp>
      <p:sp>
        <p:nvSpPr>
          <p:cNvPr id="8" name="Google Shape;16;p3">
            <a:extLst>
              <a:ext uri="{FF2B5EF4-FFF2-40B4-BE49-F238E27FC236}">
                <a16:creationId xmlns:a16="http://schemas.microsoft.com/office/drawing/2014/main" id="{9669B9E8-8BFE-9E3C-BD38-68177AB2768D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836145" y="5727168"/>
            <a:ext cx="6440231" cy="12678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78620" lvl="0" indent="-27862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Wingdings" panose="05000000000000000000" pitchFamily="2" charset="2"/>
              <a:buChar char="n"/>
              <a:defRPr sz="2000" b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ja-JP" altLang="en-US"/>
              <a:t>（サブタイトル）</a:t>
            </a:r>
          </a:p>
        </p:txBody>
      </p:sp>
      <p:sp>
        <p:nvSpPr>
          <p:cNvPr id="3" name="テキスト プレースホルダー 14">
            <a:extLst>
              <a:ext uri="{FF2B5EF4-FFF2-40B4-BE49-F238E27FC236}">
                <a16:creationId xmlns:a16="http://schemas.microsoft.com/office/drawing/2014/main" id="{91317CA8-69DA-9E54-5D66-ECFEC20ECF4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04012" y="6411733"/>
            <a:ext cx="2680378" cy="5833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>
            <a:lvl1pPr marL="0" indent="0">
              <a:buNone/>
              <a:defRPr sz="2000" b="0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pPr lvl="0"/>
            <a:r>
              <a:rPr kumimoji="1" lang="ja-JP" altLang="en-US"/>
              <a:t>（名前）</a:t>
            </a: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2C19250B-E5C0-18D6-BF2D-97AA6999BC57}"/>
              </a:ext>
            </a:extLst>
          </p:cNvPr>
          <p:cNvCxnSpPr>
            <a:cxnSpLocks/>
          </p:cNvCxnSpPr>
          <p:nvPr userDrawn="1"/>
        </p:nvCxnSpPr>
        <p:spPr>
          <a:xfrm flipH="1">
            <a:off x="8004009" y="6999699"/>
            <a:ext cx="2687805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5293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区切り_名前無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2A1B4DB4-7D95-3782-5925-79D44D0B0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6376" y="0"/>
            <a:ext cx="3415441" cy="7559675"/>
          </a:xfrm>
          <a:prstGeom prst="rect">
            <a:avLst/>
          </a:prstGeom>
        </p:spPr>
      </p:pic>
      <p:sp>
        <p:nvSpPr>
          <p:cNvPr id="5" name="テキスト プレースホルダー 45">
            <a:extLst>
              <a:ext uri="{FF2B5EF4-FFF2-40B4-BE49-F238E27FC236}">
                <a16:creationId xmlns:a16="http://schemas.microsoft.com/office/drawing/2014/main" id="{203D433D-72F7-8B64-6191-AFA717FB80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6145" y="2918793"/>
            <a:ext cx="1692742" cy="1399497"/>
          </a:xfrm>
          <a:prstGeom prst="rect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buNone/>
              <a:defRPr sz="5400" b="1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pPr lvl="0"/>
            <a:r>
              <a:rPr kumimoji="1" lang="en-US" altLang="ja-JP"/>
              <a:t>XX</a:t>
            </a:r>
            <a:endParaRPr kumimoji="1" lang="ja-JP" altLang="en-US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7AC37C91-B49D-89A9-E0AC-8107531AC8E2}"/>
              </a:ext>
            </a:extLst>
          </p:cNvPr>
          <p:cNvCxnSpPr>
            <a:cxnSpLocks/>
          </p:cNvCxnSpPr>
          <p:nvPr/>
        </p:nvCxnSpPr>
        <p:spPr>
          <a:xfrm flipH="1">
            <a:off x="836145" y="5724836"/>
            <a:ext cx="9855669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Google Shape;14;p3">
            <a:extLst>
              <a:ext uri="{FF2B5EF4-FFF2-40B4-BE49-F238E27FC236}">
                <a16:creationId xmlns:a16="http://schemas.microsoft.com/office/drawing/2014/main" id="{69C38065-EA1F-9A97-BBFE-4F92E612E1F7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6145" y="4480599"/>
            <a:ext cx="9855669" cy="123723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0"/>
              <a:buNone/>
              <a:defRPr sz="4400" b="1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9pPr>
          </a:lstStyle>
          <a:p>
            <a:r>
              <a:rPr lang="ja-JP" altLang="en-US"/>
              <a:t>（タイトル）</a:t>
            </a:r>
            <a:endParaRPr/>
          </a:p>
        </p:txBody>
      </p:sp>
      <p:sp>
        <p:nvSpPr>
          <p:cNvPr id="8" name="Google Shape;16;p3">
            <a:extLst>
              <a:ext uri="{FF2B5EF4-FFF2-40B4-BE49-F238E27FC236}">
                <a16:creationId xmlns:a16="http://schemas.microsoft.com/office/drawing/2014/main" id="{9669B9E8-8BFE-9E3C-BD38-68177AB2768D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836145" y="5727168"/>
            <a:ext cx="9855668" cy="12678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78620" lvl="0" indent="-27862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Wingdings" panose="05000000000000000000" pitchFamily="2" charset="2"/>
              <a:buChar char="n"/>
              <a:defRPr sz="2000" b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ja-JP" altLang="en-US"/>
              <a:t>（サブタイトル）</a:t>
            </a:r>
          </a:p>
        </p:txBody>
      </p:sp>
    </p:spTree>
    <p:extLst>
      <p:ext uri="{BB962C8B-B14F-4D97-AF65-F5344CB8AC3E}">
        <p14:creationId xmlns:p14="http://schemas.microsoft.com/office/powerpoint/2010/main" val="1627050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98F4FBA-23B1-E7BC-55EA-C92157C76A8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98095" y="853347"/>
            <a:ext cx="5670019" cy="83817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600" b="1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pPr lvl="0"/>
            <a:r>
              <a:rPr kumimoji="1" lang="ja-JP" altLang="en-US"/>
              <a:t>（タイトル）</a:t>
            </a:r>
          </a:p>
        </p:txBody>
      </p:sp>
      <p:sp>
        <p:nvSpPr>
          <p:cNvPr id="46" name="テキスト プレースホルダー 45">
            <a:extLst>
              <a:ext uri="{FF2B5EF4-FFF2-40B4-BE49-F238E27FC236}">
                <a16:creationId xmlns:a16="http://schemas.microsoft.com/office/drawing/2014/main" id="{A02B195C-D26F-AEBF-35FD-AFFE38E6795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07078" y="853348"/>
            <a:ext cx="1012632" cy="838178"/>
          </a:xfrm>
          <a:prstGeom prst="rect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buNone/>
              <a:defRPr sz="3200" b="1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pPr lvl="0"/>
            <a:r>
              <a:rPr kumimoji="1" lang="en-US" altLang="ja-JP"/>
              <a:t>XX</a:t>
            </a:r>
            <a:endParaRPr kumimoji="1" lang="ja-JP" altLang="en-US"/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2016D126-5BFD-DCAD-051B-6AFFA7CB486E}"/>
              </a:ext>
            </a:extLst>
          </p:cNvPr>
          <p:cNvSpPr txBox="1"/>
          <p:nvPr/>
        </p:nvSpPr>
        <p:spPr>
          <a:xfrm>
            <a:off x="1" y="952543"/>
            <a:ext cx="2416314" cy="1045289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5449"/>
              </a:lnSpc>
            </a:pPr>
            <a:r>
              <a:rPr lang="ja-JP" altLang="en-US" sz="4388" b="1">
                <a:solidFill>
                  <a:srgbClr val="222222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目次</a:t>
            </a:r>
          </a:p>
        </p:txBody>
      </p:sp>
      <p:sp>
        <p:nvSpPr>
          <p:cNvPr id="48" name="テキスト プレースホルダー 45">
            <a:extLst>
              <a:ext uri="{FF2B5EF4-FFF2-40B4-BE49-F238E27FC236}">
                <a16:creationId xmlns:a16="http://schemas.microsoft.com/office/drawing/2014/main" id="{FF58D3B2-4F5A-697D-B687-F1780927D13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07077" y="3454464"/>
            <a:ext cx="1012631" cy="838178"/>
          </a:xfrm>
          <a:prstGeom prst="rect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buNone/>
              <a:defRPr sz="3200" b="1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pPr lvl="0"/>
            <a:r>
              <a:rPr kumimoji="1" lang="en-US" altLang="ja-JP"/>
              <a:t>XX</a:t>
            </a:r>
            <a:endParaRPr kumimoji="1" lang="ja-JP" altLang="en-US"/>
          </a:p>
        </p:txBody>
      </p:sp>
      <p:sp>
        <p:nvSpPr>
          <p:cNvPr id="50" name="テキスト プレースホルダー 45">
            <a:extLst>
              <a:ext uri="{FF2B5EF4-FFF2-40B4-BE49-F238E27FC236}">
                <a16:creationId xmlns:a16="http://schemas.microsoft.com/office/drawing/2014/main" id="{DD732C78-41F6-EF18-3FA8-ED21F4BC6F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07078" y="6061944"/>
            <a:ext cx="1012630" cy="838178"/>
          </a:xfrm>
          <a:prstGeom prst="rect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buNone/>
              <a:defRPr sz="3200" b="1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pPr lvl="0"/>
            <a:r>
              <a:rPr kumimoji="1" lang="en-US" altLang="ja-JP"/>
              <a:t>XX</a:t>
            </a:r>
            <a:endParaRPr kumimoji="1" lang="ja-JP" altLang="en-US"/>
          </a:p>
        </p:txBody>
      </p: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04960C4E-CEB3-B901-89C2-3CEA6ACA3694}"/>
              </a:ext>
            </a:extLst>
          </p:cNvPr>
          <p:cNvCxnSpPr>
            <a:cxnSpLocks/>
          </p:cNvCxnSpPr>
          <p:nvPr/>
        </p:nvCxnSpPr>
        <p:spPr>
          <a:xfrm>
            <a:off x="2416315" y="0"/>
            <a:ext cx="0" cy="75596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Picture 5">
            <a:extLst>
              <a:ext uri="{FF2B5EF4-FFF2-40B4-BE49-F238E27FC236}">
                <a16:creationId xmlns:a16="http://schemas.microsoft.com/office/drawing/2014/main" id="{910A060F-F713-D733-95DE-DEC083F78B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0691813" cy="130661"/>
          </a:xfrm>
          <a:prstGeom prst="rect">
            <a:avLst/>
          </a:prstGeom>
        </p:spPr>
      </p:pic>
      <p:sp>
        <p:nvSpPr>
          <p:cNvPr id="4" name="テキスト プレースホルダー 2">
            <a:extLst>
              <a:ext uri="{FF2B5EF4-FFF2-40B4-BE49-F238E27FC236}">
                <a16:creationId xmlns:a16="http://schemas.microsoft.com/office/drawing/2014/main" id="{28F37403-90D7-BC04-FE36-2BFFC707CA5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98095" y="3451993"/>
            <a:ext cx="5670019" cy="83817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600" b="1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pPr lvl="0"/>
            <a:r>
              <a:rPr kumimoji="1" lang="ja-JP" altLang="en-US"/>
              <a:t>（タイトル）</a:t>
            </a:r>
          </a:p>
        </p:txBody>
      </p:sp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5C8A0F62-5953-6705-A53D-7E6C6089783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98095" y="6057526"/>
            <a:ext cx="5670019" cy="83817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600" b="1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pPr lvl="0"/>
            <a:r>
              <a:rPr kumimoji="1" lang="ja-JP" altLang="en-US"/>
              <a:t>（タイトル）</a:t>
            </a:r>
          </a:p>
        </p:txBody>
      </p:sp>
      <p:sp>
        <p:nvSpPr>
          <p:cNvPr id="7" name="テキスト プレースホルダー 45">
            <a:extLst>
              <a:ext uri="{FF2B5EF4-FFF2-40B4-BE49-F238E27FC236}">
                <a16:creationId xmlns:a16="http://schemas.microsoft.com/office/drawing/2014/main" id="{E9236B3A-D7BF-8E7F-81E4-16500AE3CC2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007077" y="2157349"/>
            <a:ext cx="1012631" cy="838178"/>
          </a:xfrm>
          <a:prstGeom prst="rect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buNone/>
              <a:defRPr sz="3200" b="1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pPr lvl="0"/>
            <a:r>
              <a:rPr kumimoji="1" lang="en-US" altLang="ja-JP"/>
              <a:t>XX</a:t>
            </a:r>
            <a:endParaRPr kumimoji="1" lang="ja-JP" altLang="en-US"/>
          </a:p>
        </p:txBody>
      </p:sp>
      <p:sp>
        <p:nvSpPr>
          <p:cNvPr id="8" name="テキスト プレースホルダー 2">
            <a:extLst>
              <a:ext uri="{FF2B5EF4-FFF2-40B4-BE49-F238E27FC236}">
                <a16:creationId xmlns:a16="http://schemas.microsoft.com/office/drawing/2014/main" id="{52B87444-180A-6A40-059D-9933CC47270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398095" y="2154878"/>
            <a:ext cx="5670019" cy="83817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600" b="1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pPr lvl="0"/>
            <a:r>
              <a:rPr kumimoji="1" lang="ja-JP" altLang="en-US"/>
              <a:t>（タイトル）</a:t>
            </a:r>
          </a:p>
        </p:txBody>
      </p:sp>
      <p:sp>
        <p:nvSpPr>
          <p:cNvPr id="10" name="テキスト プレースホルダー 45">
            <a:extLst>
              <a:ext uri="{FF2B5EF4-FFF2-40B4-BE49-F238E27FC236}">
                <a16:creationId xmlns:a16="http://schemas.microsoft.com/office/drawing/2014/main" id="{867D3309-5380-11D2-4CAF-ADE32CCA22E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007077" y="4767301"/>
            <a:ext cx="1012631" cy="838178"/>
          </a:xfrm>
          <a:prstGeom prst="rect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buNone/>
              <a:defRPr sz="3200" b="1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pPr lvl="0"/>
            <a:r>
              <a:rPr kumimoji="1" lang="en-US" altLang="ja-JP"/>
              <a:t>XX</a:t>
            </a:r>
            <a:endParaRPr kumimoji="1" lang="ja-JP" altLang="en-US"/>
          </a:p>
        </p:txBody>
      </p:sp>
      <p:sp>
        <p:nvSpPr>
          <p:cNvPr id="11" name="テキスト プレースホルダー 2">
            <a:extLst>
              <a:ext uri="{FF2B5EF4-FFF2-40B4-BE49-F238E27FC236}">
                <a16:creationId xmlns:a16="http://schemas.microsoft.com/office/drawing/2014/main" id="{174024FC-5A5B-2AB2-BBF0-0F35BF17FDD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98095" y="4764830"/>
            <a:ext cx="5670019" cy="83817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600" b="1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pPr lvl="0"/>
            <a:r>
              <a:rPr kumimoji="1" lang="ja-JP" altLang="en-US"/>
              <a:t>（タイトル）</a:t>
            </a:r>
          </a:p>
        </p:txBody>
      </p:sp>
    </p:spTree>
    <p:extLst>
      <p:ext uri="{BB962C8B-B14F-4D97-AF65-F5344CB8AC3E}">
        <p14:creationId xmlns:p14="http://schemas.microsoft.com/office/powerpoint/2010/main" val="804486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_下線_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スライド番号プレースホルダー 7">
            <a:extLst>
              <a:ext uri="{FF2B5EF4-FFF2-40B4-BE49-F238E27FC236}">
                <a16:creationId xmlns:a16="http://schemas.microsoft.com/office/drawing/2014/main" id="{894DFE0A-23DB-321A-C61C-D109C8EFEF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26"/>
          </p:nvPr>
        </p:nvSpPr>
        <p:spPr>
          <a:xfrm>
            <a:off x="9545034" y="8"/>
            <a:ext cx="1120912" cy="666421"/>
          </a:xfrm>
          <a:prstGeom prst="rect">
            <a:avLst/>
          </a:prstGeom>
        </p:spPr>
        <p:txBody>
          <a:bodyPr/>
          <a:lstStyle>
            <a:lvl1pPr algn="r">
              <a:defRPr sz="2800" b="1">
                <a:latin typeface="+mn-ea"/>
                <a:ea typeface="+mn-ea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‹#›</a:t>
            </a:fld>
            <a:endParaRPr kumimoji="1" lang="ja-JP" altLang="en-US">
              <a:latin typeface="+mn-ea"/>
              <a:ea typeface="+mn-ea"/>
            </a:endParaRPr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65429B45-9F93-27EB-62DC-23964D2D445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0" y="1317411"/>
            <a:ext cx="10691813" cy="5882202"/>
          </a:xfrm>
          <a:prstGeom prst="rect">
            <a:avLst/>
          </a:prstGeom>
        </p:spPr>
        <p:txBody>
          <a:bodyPr anchor="ctr"/>
          <a:lstStyle>
            <a:lvl1pPr marL="685800" indent="-685800">
              <a:buFont typeface="Arial" panose="020B0604020202020204" pitchFamily="34" charset="0"/>
              <a:buChar char="•"/>
              <a:defRPr sz="5400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  <a:lvl2pPr marL="1163638" indent="-444500">
              <a:buFont typeface="Noto Serif Medium" panose="02020502060505020204" pitchFamily="18" charset="0"/>
              <a:buChar char="̵"/>
              <a:defRPr sz="3200"/>
            </a:lvl2pPr>
            <a:lvl3pPr>
              <a:buNone/>
              <a:defRPr/>
            </a:lvl3pPr>
          </a:lstStyle>
          <a:p>
            <a:pPr lvl="0"/>
            <a:r>
              <a:rPr kumimoji="1" lang="ja-JP" altLang="en-US" dirty="0"/>
              <a:t>（内容）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（小内容）</a:t>
            </a:r>
            <a:endParaRPr kumimoji="1" lang="en-US" altLang="ja-JP" dirty="0"/>
          </a:p>
        </p:txBody>
      </p:sp>
      <p:sp>
        <p:nvSpPr>
          <p:cNvPr id="13" name="タイトル 2">
            <a:extLst>
              <a:ext uri="{FF2B5EF4-FFF2-40B4-BE49-F238E27FC236}">
                <a16:creationId xmlns:a16="http://schemas.microsoft.com/office/drawing/2014/main" id="{4E335B14-1B39-F44D-D009-78A0A022A56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532863" y="405394"/>
            <a:ext cx="10158950" cy="892355"/>
          </a:xfrm>
          <a:prstGeom prst="rect">
            <a:avLst/>
          </a:prstGeom>
        </p:spPr>
        <p:txBody>
          <a:bodyPr anchor="b"/>
          <a:lstStyle>
            <a:lvl1pPr algn="l">
              <a:defRPr sz="4400" b="1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r>
              <a:rPr kumimoji="1" lang="ja-JP" altLang="en-US"/>
              <a:t>（タイトル）</a:t>
            </a: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71168D24-BE76-7146-D29A-A6FA4823975E}"/>
              </a:ext>
            </a:extLst>
          </p:cNvPr>
          <p:cNvCxnSpPr>
            <a:cxnSpLocks/>
          </p:cNvCxnSpPr>
          <p:nvPr/>
        </p:nvCxnSpPr>
        <p:spPr>
          <a:xfrm>
            <a:off x="532864" y="1278083"/>
            <a:ext cx="10158950" cy="0"/>
          </a:xfrm>
          <a:prstGeom prst="line">
            <a:avLst/>
          </a:prstGeom>
          <a:ln w="76200">
            <a:gradFill flip="none" rotWithShape="1">
              <a:gsLst>
                <a:gs pos="0">
                  <a:schemeClr val="accent1"/>
                </a:gs>
                <a:gs pos="35000">
                  <a:schemeClr val="accent1">
                    <a:lumMod val="60000"/>
                    <a:lumOff val="4000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0" scaled="1"/>
              <a:tileRect/>
            </a:gradFill>
          </a:ln>
          <a:effectLst>
            <a:softEdge rad="127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テキスト プレースホルダー 11">
            <a:extLst>
              <a:ext uri="{FF2B5EF4-FFF2-40B4-BE49-F238E27FC236}">
                <a16:creationId xmlns:a16="http://schemas.microsoft.com/office/drawing/2014/main" id="{673F2A49-0F9F-A740-A77C-01775AA0B96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2" hasCustomPrompt="1"/>
          </p:nvPr>
        </p:nvSpPr>
        <p:spPr>
          <a:xfrm>
            <a:off x="0" y="7219277"/>
            <a:ext cx="10665945" cy="3384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400" b="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</a:defRPr>
            </a:lvl1pPr>
          </a:lstStyle>
          <a:p>
            <a:pPr lvl="0"/>
            <a:r>
              <a:rPr kumimoji="1" lang="ja-JP" altLang="en-US"/>
              <a:t>（</a:t>
            </a:r>
            <a:r>
              <a:rPr kumimoji="1" lang="en-US" altLang="ja-JP"/>
              <a:t>URL</a:t>
            </a:r>
            <a:r>
              <a:rPr kumimoji="1" lang="ja-JP" altLang="en-US"/>
              <a:t>）</a:t>
            </a:r>
          </a:p>
        </p:txBody>
      </p:sp>
      <p:cxnSp>
        <p:nvCxnSpPr>
          <p:cNvPr id="2" name="Google Shape;146;p21">
            <a:extLst>
              <a:ext uri="{FF2B5EF4-FFF2-40B4-BE49-F238E27FC236}">
                <a16:creationId xmlns:a16="http://schemas.microsoft.com/office/drawing/2014/main" id="{C90C7DF0-8530-E32B-4E1E-BC2C4CCF8839}"/>
              </a:ext>
            </a:extLst>
          </p:cNvPr>
          <p:cNvCxnSpPr/>
          <p:nvPr/>
        </p:nvCxnSpPr>
        <p:spPr>
          <a:xfrm rot="10800000">
            <a:off x="299714" y="7199614"/>
            <a:ext cx="128350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926038884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_下線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スライド番号プレースホルダー 7">
            <a:extLst>
              <a:ext uri="{FF2B5EF4-FFF2-40B4-BE49-F238E27FC236}">
                <a16:creationId xmlns:a16="http://schemas.microsoft.com/office/drawing/2014/main" id="{903F63D6-75C4-873E-9AEB-48A0A594F2B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26"/>
          </p:nvPr>
        </p:nvSpPr>
        <p:spPr>
          <a:xfrm>
            <a:off x="9545034" y="8"/>
            <a:ext cx="1120912" cy="666421"/>
          </a:xfrm>
          <a:prstGeom prst="rect">
            <a:avLst/>
          </a:prstGeom>
        </p:spPr>
        <p:txBody>
          <a:bodyPr/>
          <a:lstStyle>
            <a:lvl1pPr algn="r">
              <a:defRPr sz="2800" b="1">
                <a:latin typeface="+mn-ea"/>
                <a:ea typeface="+mn-ea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‹#›</a:t>
            </a:fld>
            <a:endParaRPr kumimoji="1" lang="ja-JP" altLang="en-US" b="1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65429B45-9F93-27EB-62DC-23964D2D445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0" y="4834629"/>
            <a:ext cx="10691813" cy="2364984"/>
          </a:xfrm>
          <a:prstGeom prst="rect">
            <a:avLst/>
          </a:prstGeom>
        </p:spPr>
        <p:txBody>
          <a:bodyPr anchor="ctr"/>
          <a:lstStyle>
            <a:lvl1pPr marL="571500" indent="-571500">
              <a:buFont typeface="Wingdings" panose="05000000000000000000" pitchFamily="2" charset="2"/>
              <a:buChar char="u"/>
              <a:defRPr sz="4000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  <a:lvl2pPr marL="719138" indent="-177800">
              <a:defRPr sz="2400"/>
            </a:lvl2pPr>
          </a:lstStyle>
          <a:p>
            <a:pPr lvl="0"/>
            <a:r>
              <a:rPr kumimoji="1" lang="ja-JP" altLang="en-US" dirty="0"/>
              <a:t>（内容）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（小内容）</a:t>
            </a:r>
            <a:endParaRPr kumimoji="1" lang="en-US" altLang="ja-JP" dirty="0"/>
          </a:p>
        </p:txBody>
      </p:sp>
      <p:sp>
        <p:nvSpPr>
          <p:cNvPr id="13" name="タイトル 2">
            <a:extLst>
              <a:ext uri="{FF2B5EF4-FFF2-40B4-BE49-F238E27FC236}">
                <a16:creationId xmlns:a16="http://schemas.microsoft.com/office/drawing/2014/main" id="{4E335B14-1B39-F44D-D009-78A0A022A56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532863" y="405394"/>
            <a:ext cx="10158950" cy="892355"/>
          </a:xfrm>
          <a:prstGeom prst="rect">
            <a:avLst/>
          </a:prstGeom>
        </p:spPr>
        <p:txBody>
          <a:bodyPr anchor="b"/>
          <a:lstStyle>
            <a:lvl1pPr algn="l">
              <a:defRPr sz="4400" b="1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r>
              <a:rPr kumimoji="1" lang="ja-JP" altLang="en-US"/>
              <a:t>（タイトル）</a:t>
            </a: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71168D24-BE76-7146-D29A-A6FA4823975E}"/>
              </a:ext>
            </a:extLst>
          </p:cNvPr>
          <p:cNvCxnSpPr>
            <a:cxnSpLocks/>
          </p:cNvCxnSpPr>
          <p:nvPr/>
        </p:nvCxnSpPr>
        <p:spPr>
          <a:xfrm>
            <a:off x="532864" y="1278083"/>
            <a:ext cx="10158950" cy="0"/>
          </a:xfrm>
          <a:prstGeom prst="line">
            <a:avLst/>
          </a:prstGeom>
          <a:ln w="76200">
            <a:gradFill flip="none" rotWithShape="1">
              <a:gsLst>
                <a:gs pos="0">
                  <a:schemeClr val="accent1"/>
                </a:gs>
                <a:gs pos="35000">
                  <a:schemeClr val="accent1">
                    <a:lumMod val="60000"/>
                    <a:lumOff val="4000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0" scaled="1"/>
              <a:tileRect/>
            </a:gradFill>
          </a:ln>
          <a:effectLst>
            <a:softEdge rad="127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テキスト プレースホルダー 11">
            <a:extLst>
              <a:ext uri="{FF2B5EF4-FFF2-40B4-BE49-F238E27FC236}">
                <a16:creationId xmlns:a16="http://schemas.microsoft.com/office/drawing/2014/main" id="{673F2A49-0F9F-A740-A77C-01775AA0B96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2" hasCustomPrompt="1"/>
          </p:nvPr>
        </p:nvSpPr>
        <p:spPr>
          <a:xfrm>
            <a:off x="0" y="7219277"/>
            <a:ext cx="10665945" cy="3384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400" b="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</a:defRPr>
            </a:lvl1pPr>
          </a:lstStyle>
          <a:p>
            <a:pPr lvl="0"/>
            <a:r>
              <a:rPr kumimoji="1" lang="ja-JP" altLang="en-US"/>
              <a:t>（</a:t>
            </a:r>
            <a:r>
              <a:rPr kumimoji="1" lang="en-US" altLang="ja-JP"/>
              <a:t>URL</a:t>
            </a:r>
            <a:r>
              <a:rPr kumimoji="1" lang="ja-JP" altLang="en-US"/>
              <a:t>）</a:t>
            </a:r>
          </a:p>
        </p:txBody>
      </p:sp>
      <p:cxnSp>
        <p:nvCxnSpPr>
          <p:cNvPr id="2" name="Google Shape;146;p21">
            <a:extLst>
              <a:ext uri="{FF2B5EF4-FFF2-40B4-BE49-F238E27FC236}">
                <a16:creationId xmlns:a16="http://schemas.microsoft.com/office/drawing/2014/main" id="{C90C7DF0-8530-E32B-4E1E-BC2C4CCF8839}"/>
              </a:ext>
            </a:extLst>
          </p:cNvPr>
          <p:cNvCxnSpPr/>
          <p:nvPr/>
        </p:nvCxnSpPr>
        <p:spPr>
          <a:xfrm rot="10800000">
            <a:off x="299714" y="7199614"/>
            <a:ext cx="128350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0C99DC69-B2BE-AF3C-2016-7072E86F3ADF}"/>
              </a:ext>
            </a:extLst>
          </p:cNvPr>
          <p:cNvCxnSpPr>
            <a:cxnSpLocks/>
          </p:cNvCxnSpPr>
          <p:nvPr/>
        </p:nvCxnSpPr>
        <p:spPr>
          <a:xfrm>
            <a:off x="571717" y="4834628"/>
            <a:ext cx="954838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9029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_下線_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スライド番号プレースホルダー 7">
            <a:extLst>
              <a:ext uri="{FF2B5EF4-FFF2-40B4-BE49-F238E27FC236}">
                <a16:creationId xmlns:a16="http://schemas.microsoft.com/office/drawing/2014/main" id="{11CDBE10-81F4-8A38-6D5A-AF98C75BB63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26"/>
          </p:nvPr>
        </p:nvSpPr>
        <p:spPr>
          <a:xfrm>
            <a:off x="9545034" y="8"/>
            <a:ext cx="1120912" cy="666421"/>
          </a:xfrm>
          <a:prstGeom prst="rect">
            <a:avLst/>
          </a:prstGeom>
        </p:spPr>
        <p:txBody>
          <a:bodyPr/>
          <a:lstStyle>
            <a:lvl1pPr algn="r">
              <a:defRPr sz="2800" b="1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‹#›</a:t>
            </a:fld>
            <a:endParaRPr kumimoji="1" lang="ja-JP" altLang="en-US" b="1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65429B45-9F93-27EB-62DC-23964D2D445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45906" y="1317410"/>
            <a:ext cx="5345907" cy="6240297"/>
          </a:xfrm>
          <a:prstGeom prst="rect">
            <a:avLst/>
          </a:prstGeom>
        </p:spPr>
        <p:txBody>
          <a:bodyPr anchor="ctr"/>
          <a:lstStyle>
            <a:lvl1pPr marL="685800" indent="-685800">
              <a:buFont typeface="Wingdings" panose="05000000000000000000" pitchFamily="2" charset="2"/>
              <a:buChar char="u"/>
              <a:defRPr sz="4000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  <a:lvl2pPr marL="985838" indent="-355600">
              <a:defRPr sz="2400"/>
            </a:lvl2pPr>
          </a:lstStyle>
          <a:p>
            <a:pPr lvl="0"/>
            <a:r>
              <a:rPr kumimoji="1" lang="ja-JP" altLang="en-US" dirty="0"/>
              <a:t>（内容）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（小内容）</a:t>
            </a:r>
            <a:endParaRPr kumimoji="1" lang="en-US" altLang="ja-JP" dirty="0"/>
          </a:p>
        </p:txBody>
      </p:sp>
      <p:sp>
        <p:nvSpPr>
          <p:cNvPr id="13" name="タイトル 2">
            <a:extLst>
              <a:ext uri="{FF2B5EF4-FFF2-40B4-BE49-F238E27FC236}">
                <a16:creationId xmlns:a16="http://schemas.microsoft.com/office/drawing/2014/main" id="{4E335B14-1B39-F44D-D009-78A0A022A56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532863" y="405394"/>
            <a:ext cx="10158950" cy="892355"/>
          </a:xfrm>
          <a:prstGeom prst="rect">
            <a:avLst/>
          </a:prstGeom>
        </p:spPr>
        <p:txBody>
          <a:bodyPr anchor="b"/>
          <a:lstStyle>
            <a:lvl1pPr algn="l">
              <a:defRPr sz="4400" b="1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r>
              <a:rPr kumimoji="1" lang="ja-JP" altLang="en-US"/>
              <a:t>（タイトル）</a:t>
            </a: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71168D24-BE76-7146-D29A-A6FA4823975E}"/>
              </a:ext>
            </a:extLst>
          </p:cNvPr>
          <p:cNvCxnSpPr>
            <a:cxnSpLocks/>
          </p:cNvCxnSpPr>
          <p:nvPr/>
        </p:nvCxnSpPr>
        <p:spPr>
          <a:xfrm>
            <a:off x="532864" y="1278083"/>
            <a:ext cx="10158950" cy="0"/>
          </a:xfrm>
          <a:prstGeom prst="line">
            <a:avLst/>
          </a:prstGeom>
          <a:ln w="76200">
            <a:gradFill flip="none" rotWithShape="1">
              <a:gsLst>
                <a:gs pos="0">
                  <a:schemeClr val="accent1"/>
                </a:gs>
                <a:gs pos="35000">
                  <a:schemeClr val="accent1">
                    <a:lumMod val="60000"/>
                    <a:lumOff val="4000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0" scaled="1"/>
              <a:tileRect/>
            </a:gradFill>
          </a:ln>
          <a:effectLst>
            <a:softEdge rad="127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テキスト プレースホルダー 11">
            <a:extLst>
              <a:ext uri="{FF2B5EF4-FFF2-40B4-BE49-F238E27FC236}">
                <a16:creationId xmlns:a16="http://schemas.microsoft.com/office/drawing/2014/main" id="{673F2A49-0F9F-A740-A77C-01775AA0B96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2" hasCustomPrompt="1"/>
          </p:nvPr>
        </p:nvSpPr>
        <p:spPr>
          <a:xfrm>
            <a:off x="0" y="7219277"/>
            <a:ext cx="10665945" cy="3384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400" b="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</a:defRPr>
            </a:lvl1pPr>
          </a:lstStyle>
          <a:p>
            <a:pPr lvl="0"/>
            <a:r>
              <a:rPr kumimoji="1" lang="ja-JP" altLang="en-US"/>
              <a:t>（</a:t>
            </a:r>
            <a:r>
              <a:rPr kumimoji="1" lang="en-US" altLang="ja-JP"/>
              <a:t>URL</a:t>
            </a:r>
            <a:r>
              <a:rPr kumimoji="1" lang="ja-JP" altLang="en-US"/>
              <a:t>）</a:t>
            </a:r>
          </a:p>
        </p:txBody>
      </p:sp>
      <p:cxnSp>
        <p:nvCxnSpPr>
          <p:cNvPr id="2" name="Google Shape;146;p21">
            <a:extLst>
              <a:ext uri="{FF2B5EF4-FFF2-40B4-BE49-F238E27FC236}">
                <a16:creationId xmlns:a16="http://schemas.microsoft.com/office/drawing/2014/main" id="{C90C7DF0-8530-E32B-4E1E-BC2C4CCF8839}"/>
              </a:ext>
            </a:extLst>
          </p:cNvPr>
          <p:cNvCxnSpPr/>
          <p:nvPr/>
        </p:nvCxnSpPr>
        <p:spPr>
          <a:xfrm rot="10800000">
            <a:off x="299714" y="7199614"/>
            <a:ext cx="128350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462718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_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7">
            <a:extLst>
              <a:ext uri="{FF2B5EF4-FFF2-40B4-BE49-F238E27FC236}">
                <a16:creationId xmlns:a16="http://schemas.microsoft.com/office/drawing/2014/main" id="{E7852104-1467-691B-B27B-A4C34267C1C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26"/>
          </p:nvPr>
        </p:nvSpPr>
        <p:spPr>
          <a:xfrm>
            <a:off x="9545034" y="8"/>
            <a:ext cx="1120912" cy="666421"/>
          </a:xfrm>
          <a:prstGeom prst="rect">
            <a:avLst/>
          </a:prstGeom>
        </p:spPr>
        <p:txBody>
          <a:bodyPr/>
          <a:lstStyle>
            <a:lvl1pPr algn="r">
              <a:defRPr sz="2800" b="1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‹#›</a:t>
            </a:fld>
            <a:endParaRPr kumimoji="1" lang="ja-JP" altLang="en-US" b="1"/>
          </a:p>
        </p:txBody>
      </p:sp>
      <p:sp>
        <p:nvSpPr>
          <p:cNvPr id="13" name="タイトル 2">
            <a:extLst>
              <a:ext uri="{FF2B5EF4-FFF2-40B4-BE49-F238E27FC236}">
                <a16:creationId xmlns:a16="http://schemas.microsoft.com/office/drawing/2014/main" id="{4E335B14-1B39-F44D-D009-78A0A022A56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1" y="0"/>
            <a:ext cx="9545033" cy="793324"/>
          </a:xfrm>
          <a:prstGeom prst="rect">
            <a:avLst/>
          </a:prstGeom>
        </p:spPr>
        <p:txBody>
          <a:bodyPr anchor="b"/>
          <a:lstStyle>
            <a:lvl1pPr algn="l">
              <a:defRPr sz="4400" b="1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r>
              <a:rPr kumimoji="1" lang="ja-JP" altLang="en-US"/>
              <a:t>（タイトル）</a:t>
            </a:r>
          </a:p>
        </p:txBody>
      </p:sp>
      <p:sp>
        <p:nvSpPr>
          <p:cNvPr id="2" name="テキスト プレースホルダー 5">
            <a:extLst>
              <a:ext uri="{FF2B5EF4-FFF2-40B4-BE49-F238E27FC236}">
                <a16:creationId xmlns:a16="http://schemas.microsoft.com/office/drawing/2014/main" id="{DCB1C015-A3C0-D2EB-C569-9A9530B2046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0" y="1909404"/>
            <a:ext cx="10691813" cy="46785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400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pPr lvl="0"/>
            <a:r>
              <a:rPr kumimoji="1" lang="ja-JP" altLang="en-US" dirty="0"/>
              <a:t>（内容）</a:t>
            </a:r>
          </a:p>
        </p:txBody>
      </p:sp>
      <p:sp>
        <p:nvSpPr>
          <p:cNvPr id="4" name="テキスト プレースホルダー 11">
            <a:extLst>
              <a:ext uri="{FF2B5EF4-FFF2-40B4-BE49-F238E27FC236}">
                <a16:creationId xmlns:a16="http://schemas.microsoft.com/office/drawing/2014/main" id="{0D17589A-FF8B-457E-3793-602EE0F910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2" hasCustomPrompt="1"/>
          </p:nvPr>
        </p:nvSpPr>
        <p:spPr>
          <a:xfrm>
            <a:off x="0" y="7219277"/>
            <a:ext cx="10665945" cy="3384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400" b="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</a:defRPr>
            </a:lvl1pPr>
          </a:lstStyle>
          <a:p>
            <a:pPr lvl="0"/>
            <a:r>
              <a:rPr kumimoji="1" lang="ja-JP" altLang="en-US"/>
              <a:t>（</a:t>
            </a:r>
            <a:r>
              <a:rPr kumimoji="1" lang="en-US" altLang="ja-JP"/>
              <a:t>URL</a:t>
            </a:r>
            <a:r>
              <a:rPr kumimoji="1" lang="ja-JP" altLang="en-US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434574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4;p3">
            <a:extLst>
              <a:ext uri="{FF2B5EF4-FFF2-40B4-BE49-F238E27FC236}">
                <a16:creationId xmlns:a16="http://schemas.microsoft.com/office/drawing/2014/main" id="{B989BA91-A029-83C8-8B85-B5DC0A72F6E3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" y="2679594"/>
            <a:ext cx="10691812" cy="220048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softEdge rad="635000"/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00" b="1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9pPr>
          </a:lstStyle>
          <a:p>
            <a:r>
              <a:rPr lang="ja-JP" altLang="en-US" dirty="0"/>
              <a:t>（ご清聴ありがとうございます！）のような締め括り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19112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74" r:id="rId2"/>
    <p:sldLayoutId id="2147483663" r:id="rId3"/>
    <p:sldLayoutId id="2147483675" r:id="rId4"/>
    <p:sldLayoutId id="2147483657" r:id="rId5"/>
    <p:sldLayoutId id="2147483666" r:id="rId6"/>
    <p:sldLayoutId id="2147483672" r:id="rId7"/>
    <p:sldLayoutId id="2147483673" r:id="rId8"/>
    <p:sldLayoutId id="2147483668" r:id="rId9"/>
    <p:sldLayoutId id="2147483667" r:id="rId10"/>
  </p:sldLayoutIdLst>
  <p:hf hdr="0" ftr="0" dt="0"/>
  <p:txStyles>
    <p:titleStyle>
      <a:lvl1pPr algn="ctr" defTabSz="495350" rtl="0" eaLnBrk="1" latinLnBrk="0" hangingPunct="1">
        <a:spcBef>
          <a:spcPct val="0"/>
        </a:spcBef>
        <a:buNone/>
        <a:defRPr kumimoji="1" sz="238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55" indent="-185755" algn="l" defTabSz="495350" rtl="0" eaLnBrk="1" latinLnBrk="0" hangingPunct="1">
        <a:spcBef>
          <a:spcPct val="20000"/>
        </a:spcBef>
        <a:buFont typeface="Arial" pitchFamily="34" charset="0"/>
        <a:buChar char="•"/>
        <a:defRPr kumimoji="1" sz="1733" kern="1200">
          <a:solidFill>
            <a:schemeClr val="tx1"/>
          </a:solidFill>
          <a:latin typeface="+mn-lt"/>
          <a:ea typeface="+mn-ea"/>
          <a:cs typeface="+mn-cs"/>
        </a:defRPr>
      </a:lvl1pPr>
      <a:lvl2pPr marL="402472" indent="-154797" algn="l" defTabSz="495350" rtl="0" eaLnBrk="1" latinLnBrk="0" hangingPunct="1">
        <a:spcBef>
          <a:spcPct val="20000"/>
        </a:spcBef>
        <a:buFont typeface="Arial" pitchFamily="34" charset="0"/>
        <a:buChar char="–"/>
        <a:defRPr kumimoji="1" sz="1517" kern="1200">
          <a:solidFill>
            <a:schemeClr val="tx1"/>
          </a:solidFill>
          <a:latin typeface="+mn-lt"/>
          <a:ea typeface="+mn-ea"/>
          <a:cs typeface="+mn-cs"/>
        </a:defRPr>
      </a:lvl2pPr>
      <a:lvl3pPr marL="619187" indent="-123838" algn="l" defTabSz="495350" rtl="0" eaLnBrk="1" latinLnBrk="0" hangingPunct="1">
        <a:spcBef>
          <a:spcPct val="20000"/>
        </a:spcBef>
        <a:buFont typeface="Arial" pitchFamily="34" charset="0"/>
        <a:buChar char="•"/>
        <a:defRPr kumimoji="1"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866862" indent="-123838" algn="l" defTabSz="495350" rtl="0" eaLnBrk="1" latinLnBrk="0" hangingPunct="1">
        <a:spcBef>
          <a:spcPct val="20000"/>
        </a:spcBef>
        <a:buFont typeface="Arial" pitchFamily="34" charset="0"/>
        <a:buChar char="–"/>
        <a:defRPr kumimoji="1" sz="1083" kern="1200">
          <a:solidFill>
            <a:schemeClr val="tx1"/>
          </a:solidFill>
          <a:latin typeface="+mn-lt"/>
          <a:ea typeface="+mn-ea"/>
          <a:cs typeface="+mn-cs"/>
        </a:defRPr>
      </a:lvl4pPr>
      <a:lvl5pPr marL="1114537" indent="-123838" algn="l" defTabSz="495350" rtl="0" eaLnBrk="1" latinLnBrk="0" hangingPunct="1">
        <a:spcBef>
          <a:spcPct val="20000"/>
        </a:spcBef>
        <a:buFont typeface="Arial" pitchFamily="34" charset="0"/>
        <a:buChar char="»"/>
        <a:defRPr kumimoji="1" sz="1083" kern="1200">
          <a:solidFill>
            <a:schemeClr val="tx1"/>
          </a:solidFill>
          <a:latin typeface="+mn-lt"/>
          <a:ea typeface="+mn-ea"/>
          <a:cs typeface="+mn-cs"/>
        </a:defRPr>
      </a:lvl5pPr>
      <a:lvl6pPr marL="1362211" indent="-123838" algn="l" defTabSz="495350" rtl="0" eaLnBrk="1" latinLnBrk="0" hangingPunct="1">
        <a:spcBef>
          <a:spcPct val="20000"/>
        </a:spcBef>
        <a:buFont typeface="Arial" pitchFamily="34" charset="0"/>
        <a:buChar char="•"/>
        <a:defRPr kumimoji="1" sz="1083" kern="1200">
          <a:solidFill>
            <a:schemeClr val="tx1"/>
          </a:solidFill>
          <a:latin typeface="+mn-lt"/>
          <a:ea typeface="+mn-ea"/>
          <a:cs typeface="+mn-cs"/>
        </a:defRPr>
      </a:lvl6pPr>
      <a:lvl7pPr marL="1609885" indent="-123838" algn="l" defTabSz="495350" rtl="0" eaLnBrk="1" latinLnBrk="0" hangingPunct="1">
        <a:spcBef>
          <a:spcPct val="20000"/>
        </a:spcBef>
        <a:buFont typeface="Arial" pitchFamily="34" charset="0"/>
        <a:buChar char="•"/>
        <a:defRPr kumimoji="1" sz="1083" kern="1200">
          <a:solidFill>
            <a:schemeClr val="tx1"/>
          </a:solidFill>
          <a:latin typeface="+mn-lt"/>
          <a:ea typeface="+mn-ea"/>
          <a:cs typeface="+mn-cs"/>
        </a:defRPr>
      </a:lvl7pPr>
      <a:lvl8pPr marL="1857561" indent="-123838" algn="l" defTabSz="495350" rtl="0" eaLnBrk="1" latinLnBrk="0" hangingPunct="1">
        <a:spcBef>
          <a:spcPct val="20000"/>
        </a:spcBef>
        <a:buFont typeface="Arial" pitchFamily="34" charset="0"/>
        <a:buChar char="•"/>
        <a:defRPr kumimoji="1" sz="1083" kern="1200">
          <a:solidFill>
            <a:schemeClr val="tx1"/>
          </a:solidFill>
          <a:latin typeface="+mn-lt"/>
          <a:ea typeface="+mn-ea"/>
          <a:cs typeface="+mn-cs"/>
        </a:defRPr>
      </a:lvl8pPr>
      <a:lvl9pPr marL="2105235" indent="-123838" algn="l" defTabSz="495350" rtl="0" eaLnBrk="1" latinLnBrk="0" hangingPunct="1">
        <a:spcBef>
          <a:spcPct val="20000"/>
        </a:spcBef>
        <a:buFont typeface="Arial" pitchFamily="34" charset="0"/>
        <a:buChar char="•"/>
        <a:defRPr kumimoji="1" sz="108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95350" rtl="0" eaLnBrk="1" latinLnBrk="0" hangingPunct="1">
        <a:defRPr kumimoji="1" sz="975" kern="1200">
          <a:solidFill>
            <a:schemeClr val="tx1"/>
          </a:solidFill>
          <a:latin typeface="+mn-lt"/>
          <a:ea typeface="+mn-ea"/>
          <a:cs typeface="+mn-cs"/>
        </a:defRPr>
      </a:lvl1pPr>
      <a:lvl2pPr marL="247674" algn="l" defTabSz="495350" rtl="0" eaLnBrk="1" latinLnBrk="0" hangingPunct="1">
        <a:defRPr kumimoji="1" sz="975" kern="1200">
          <a:solidFill>
            <a:schemeClr val="tx1"/>
          </a:solidFill>
          <a:latin typeface="+mn-lt"/>
          <a:ea typeface="+mn-ea"/>
          <a:cs typeface="+mn-cs"/>
        </a:defRPr>
      </a:lvl2pPr>
      <a:lvl3pPr marL="495350" algn="l" defTabSz="495350" rtl="0" eaLnBrk="1" latinLnBrk="0" hangingPunct="1">
        <a:defRPr kumimoji="1" sz="975" kern="1200">
          <a:solidFill>
            <a:schemeClr val="tx1"/>
          </a:solidFill>
          <a:latin typeface="+mn-lt"/>
          <a:ea typeface="+mn-ea"/>
          <a:cs typeface="+mn-cs"/>
        </a:defRPr>
      </a:lvl3pPr>
      <a:lvl4pPr marL="743024" algn="l" defTabSz="495350" rtl="0" eaLnBrk="1" latinLnBrk="0" hangingPunct="1">
        <a:defRPr kumimoji="1" sz="975" kern="1200">
          <a:solidFill>
            <a:schemeClr val="tx1"/>
          </a:solidFill>
          <a:latin typeface="+mn-lt"/>
          <a:ea typeface="+mn-ea"/>
          <a:cs typeface="+mn-cs"/>
        </a:defRPr>
      </a:lvl4pPr>
      <a:lvl5pPr marL="990700" algn="l" defTabSz="495350" rtl="0" eaLnBrk="1" latinLnBrk="0" hangingPunct="1">
        <a:defRPr kumimoji="1" sz="975" kern="1200">
          <a:solidFill>
            <a:schemeClr val="tx1"/>
          </a:solidFill>
          <a:latin typeface="+mn-lt"/>
          <a:ea typeface="+mn-ea"/>
          <a:cs typeface="+mn-cs"/>
        </a:defRPr>
      </a:lvl5pPr>
      <a:lvl6pPr marL="1238374" algn="l" defTabSz="495350" rtl="0" eaLnBrk="1" latinLnBrk="0" hangingPunct="1">
        <a:defRPr kumimoji="1" sz="975" kern="1200">
          <a:solidFill>
            <a:schemeClr val="tx1"/>
          </a:solidFill>
          <a:latin typeface="+mn-lt"/>
          <a:ea typeface="+mn-ea"/>
          <a:cs typeface="+mn-cs"/>
        </a:defRPr>
      </a:lvl6pPr>
      <a:lvl7pPr marL="1486048" algn="l" defTabSz="495350" rtl="0" eaLnBrk="1" latinLnBrk="0" hangingPunct="1">
        <a:defRPr kumimoji="1" sz="975" kern="1200">
          <a:solidFill>
            <a:schemeClr val="tx1"/>
          </a:solidFill>
          <a:latin typeface="+mn-lt"/>
          <a:ea typeface="+mn-ea"/>
          <a:cs typeface="+mn-cs"/>
        </a:defRPr>
      </a:lvl7pPr>
      <a:lvl8pPr marL="1733723" algn="l" defTabSz="495350" rtl="0" eaLnBrk="1" latinLnBrk="0" hangingPunct="1">
        <a:defRPr kumimoji="1" sz="975" kern="1200">
          <a:solidFill>
            <a:schemeClr val="tx1"/>
          </a:solidFill>
          <a:latin typeface="+mn-lt"/>
          <a:ea typeface="+mn-ea"/>
          <a:cs typeface="+mn-cs"/>
        </a:defRPr>
      </a:lvl8pPr>
      <a:lvl9pPr marL="1981398" algn="l" defTabSz="495350" rtl="0" eaLnBrk="1" latinLnBrk="0" hangingPunct="1">
        <a:defRPr kumimoji="1" sz="9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Relationship Id="rId9" Type="http://schemas.openxmlformats.org/officeDocument/2006/relationships/image" Target="../media/image2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42463-4A39-C930-145E-298DBE887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グラフィックス 16">
            <a:extLst>
              <a:ext uri="{FF2B5EF4-FFF2-40B4-BE49-F238E27FC236}">
                <a16:creationId xmlns:a16="http://schemas.microsoft.com/office/drawing/2014/main" id="{219F843F-8023-1F45-10DD-8E7436FCF7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0506" y="1626379"/>
            <a:ext cx="4952998" cy="2303720"/>
          </a:xfrm>
          <a:prstGeom prst="rect">
            <a:avLst/>
          </a:prstGeom>
        </p:spPr>
      </p:pic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748D8D47-1435-C35F-93E2-A903C5802E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1</a:t>
            </a:fld>
            <a:endParaRPr kumimoji="1" lang="ja-JP" altLang="en-US" b="1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6C91C79B-B179-56C5-645B-903A72A962B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植物体内含硫化合物 </a:t>
            </a:r>
            <a:r>
              <a:rPr kumimoji="1" lang="en-US" altLang="ja-JP" dirty="0"/>
              <a:t>-1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CE06299-4411-548A-9C0D-09702B2B511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427273" y="2138085"/>
            <a:ext cx="5167638" cy="4225253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r>
              <a:rPr lang="en-US" altLang="ja-JP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\</a:t>
            </a:r>
            <a:r>
              <a:rPr lang="en-US" altLang="ja-JP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chemfig</a:t>
            </a:r>
            <a:r>
              <a:rPr lang="en-US" altLang="ja-JP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[bond join=</a:t>
            </a:r>
            <a:r>
              <a:rPr lang="en-US" altLang="ja-JP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true,cram</a:t>
            </a:r>
            <a:r>
              <a:rPr lang="en-US" altLang="ja-JP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width=4pt]{</a:t>
            </a:r>
          </a:p>
          <a:p>
            <a:r>
              <a:rPr lang="en-US" altLang="ja-JP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?(-[:190]\</a:t>
            </a:r>
            <a:r>
              <a:rPr lang="en-US" altLang="ja-JP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textsf</a:t>
            </a:r>
            <a:r>
              <a:rPr lang="en-US" altLang="ja-JP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{HO})&lt;[:-60]</a:t>
            </a:r>
          </a:p>
          <a:p>
            <a:r>
              <a:rPr lang="en-US" altLang="ja-JP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(-[:170]\</a:t>
            </a:r>
            <a:r>
              <a:rPr lang="en-US" altLang="ja-JP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textsf</a:t>
            </a:r>
            <a:r>
              <a:rPr lang="en-US" altLang="ja-JP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{HO})</a:t>
            </a:r>
          </a:p>
          <a:p>
            <a:r>
              <a:rPr lang="en-US" altLang="ja-JP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-[:15,,,,line width=4pt]</a:t>
            </a:r>
          </a:p>
          <a:p>
            <a:r>
              <a:rPr lang="en-US" altLang="ja-JP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(-[:-55]\</a:t>
            </a:r>
            <a:r>
              <a:rPr lang="en-US" altLang="ja-JP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textsf</a:t>
            </a:r>
            <a:r>
              <a:rPr lang="en-US" altLang="ja-JP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{OH})&gt;[:-15]</a:t>
            </a:r>
          </a:p>
          <a:p>
            <a:r>
              <a:rPr lang="en-US" altLang="ja-JP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(-[:25]\</a:t>
            </a:r>
            <a:r>
              <a:rPr lang="en-US" altLang="ja-JP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textsf</a:t>
            </a:r>
            <a:r>
              <a:rPr lang="en-US" altLang="ja-JP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{S}-[:-25]</a:t>
            </a:r>
          </a:p>
          <a:p>
            <a:r>
              <a:rPr lang="en-US" altLang="ja-JP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(-[6]\</a:t>
            </a:r>
            <a:r>
              <a:rPr lang="en-US" altLang="ja-JP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textsf</a:t>
            </a:r>
            <a:r>
              <a:rPr lang="en-US" altLang="ja-JP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{R})=[:25]\</a:t>
            </a:r>
            <a:r>
              <a:rPr lang="en-US" altLang="ja-JP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textsf</a:t>
            </a:r>
            <a:r>
              <a:rPr lang="en-US" altLang="ja-JP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{N}</a:t>
            </a:r>
          </a:p>
          <a:p>
            <a:r>
              <a:rPr lang="en-US" altLang="ja-JP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-[::45]\</a:t>
            </a:r>
            <a:r>
              <a:rPr lang="en-US" altLang="ja-JP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textsf</a:t>
            </a:r>
            <a:r>
              <a:rPr lang="en-US" altLang="ja-JP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{O}-[::-45]\</a:t>
            </a:r>
            <a:r>
              <a:rPr lang="en-US" altLang="ja-JP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textsf</a:t>
            </a:r>
            <a:r>
              <a:rPr lang="en-US" altLang="ja-JP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{S}</a:t>
            </a:r>
          </a:p>
          <a:p>
            <a:r>
              <a:rPr lang="en-US" altLang="ja-JP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(-[2]\</a:t>
            </a:r>
            <a:r>
              <a:rPr lang="en-US" altLang="ja-JP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textsf</a:t>
            </a:r>
            <a:r>
              <a:rPr lang="en-US" altLang="ja-JP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{O}\</a:t>
            </a:r>
            <a:r>
              <a:rPr lang="en-US" altLang="ja-JP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rlap</a:t>
            </a:r>
            <a:r>
              <a:rPr lang="en-US" altLang="ja-JP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{${}^-$})	(=[:290]\</a:t>
            </a:r>
            <a:r>
              <a:rPr lang="en-US" altLang="ja-JP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textsf</a:t>
            </a:r>
            <a:r>
              <a:rPr lang="en-US" altLang="ja-JP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{O})=[::-45]\</a:t>
            </a:r>
            <a:r>
              <a:rPr lang="en-US" altLang="ja-JP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textsf</a:t>
            </a:r>
            <a:r>
              <a:rPr lang="en-US" altLang="ja-JP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{O})</a:t>
            </a:r>
          </a:p>
          <a:p>
            <a:r>
              <a:rPr lang="en-US" altLang="ja-JP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-[:120]\</a:t>
            </a:r>
            <a:r>
              <a:rPr lang="en-US" altLang="ja-JP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textsf</a:t>
            </a:r>
            <a:r>
              <a:rPr lang="en-US" altLang="ja-JP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{O}-[:195]?</a:t>
            </a:r>
          </a:p>
          <a:p>
            <a:r>
              <a:rPr lang="en-US" altLang="ja-JP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(-[:150]-[2]{</a:t>
            </a:r>
          </a:p>
          <a:p>
            <a:r>
              <a:rPr lang="en-US" altLang="ja-JP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	\charge{0:2pt=\</a:t>
            </a:r>
            <a:r>
              <a:rPr lang="en-US" altLang="ja-JP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textsf</a:t>
            </a:r>
            <a:r>
              <a:rPr lang="en-US" altLang="ja-JP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{H}}{\</a:t>
            </a:r>
            <a:r>
              <a:rPr lang="en-US" altLang="ja-JP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textsf</a:t>
            </a:r>
            <a:r>
              <a:rPr lang="en-US" altLang="ja-JP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{O}}</a:t>
            </a:r>
          </a:p>
          <a:p>
            <a:r>
              <a:rPr lang="en-US" altLang="ja-JP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</a:p>
          <a:p>
            <a:r>
              <a:rPr lang="en-US" altLang="ja-JP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)</a:t>
            </a:r>
          </a:p>
          <a:p>
            <a:r>
              <a:rPr lang="en-US" altLang="ja-JP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kumimoji="1" lang="ja-JP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3E5F79F-B25F-1127-0010-35F3AA17FC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ja-JP" altLang="en-US" dirty="0"/>
              <a:t>グルコシノレート</a:t>
            </a: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165548F4-DDD5-4661-7867-A7F1EEC46534}"/>
              </a:ext>
            </a:extLst>
          </p:cNvPr>
          <p:cNvSpPr/>
          <p:nvPr/>
        </p:nvSpPr>
        <p:spPr>
          <a:xfrm>
            <a:off x="4385281" y="2053968"/>
            <a:ext cx="383368" cy="383368"/>
          </a:xfrm>
          <a:prstGeom prst="ellipse">
            <a:avLst/>
          </a:prstGeom>
          <a:solidFill>
            <a:srgbClr val="FFFF00">
              <a:alpha val="3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DD4B41CB-D6BF-CED2-FA01-F2021A2A10C0}"/>
              </a:ext>
            </a:extLst>
          </p:cNvPr>
          <p:cNvSpPr/>
          <p:nvPr/>
        </p:nvSpPr>
        <p:spPr>
          <a:xfrm>
            <a:off x="2642206" y="2835018"/>
            <a:ext cx="383368" cy="383368"/>
          </a:xfrm>
          <a:prstGeom prst="ellipse">
            <a:avLst/>
          </a:prstGeom>
          <a:solidFill>
            <a:srgbClr val="FFFF00">
              <a:alpha val="3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5" name="グラフィックス 14">
            <a:extLst>
              <a:ext uri="{FF2B5EF4-FFF2-40B4-BE49-F238E27FC236}">
                <a16:creationId xmlns:a16="http://schemas.microsoft.com/office/drawing/2014/main" id="{4CCEF5F7-397E-B8BF-E841-EEC96835BC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0506" y="4250711"/>
            <a:ext cx="4952999" cy="2303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902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A0E9F-EECB-B8C2-A1C3-D347B9369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525045F2-F911-D320-96E4-215438CDB7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2</a:t>
            </a:fld>
            <a:endParaRPr kumimoji="1" lang="ja-JP" altLang="en-US" b="1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A4D53DEC-CC39-C94B-6F9B-CFEDCB6DB57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植物体内含硫化合物 </a:t>
            </a:r>
            <a:r>
              <a:rPr kumimoji="1" lang="en-US" altLang="ja-JP" dirty="0"/>
              <a:t>-2</a:t>
            </a:r>
            <a:endParaRPr kumimoji="1" lang="ja-JP" alt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AB06F34-A78C-31AE-709C-87A132E6D1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ja-JP" altLang="en-US" dirty="0"/>
              <a:t>スルフォラファン</a:t>
            </a:r>
          </a:p>
        </p:txBody>
      </p:sp>
      <p:sp>
        <p:nvSpPr>
          <p:cNvPr id="14" name="テキスト プレースホルダー 3">
            <a:extLst>
              <a:ext uri="{FF2B5EF4-FFF2-40B4-BE49-F238E27FC236}">
                <a16:creationId xmlns:a16="http://schemas.microsoft.com/office/drawing/2014/main" id="{B71C9FB1-C5FA-752E-DBC8-066249F4B981}"/>
              </a:ext>
            </a:extLst>
          </p:cNvPr>
          <p:cNvSpPr txBox="1">
            <a:spLocks/>
          </p:cNvSpPr>
          <p:nvPr/>
        </p:nvSpPr>
        <p:spPr>
          <a:xfrm>
            <a:off x="5498305" y="1451499"/>
            <a:ext cx="5054184" cy="212536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>
            <a:lvl1pPr marL="0" indent="0" algn="l" defTabSz="49535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5400" kern="1200">
                <a:solidFill>
                  <a:schemeClr val="dk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+mn-cs"/>
              </a:defRPr>
            </a:lvl1pPr>
            <a:lvl2pPr marL="402472" indent="-154797" algn="l" defTabSz="49535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1" sz="1517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19187" indent="-123838" algn="l" defTabSz="4953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866862" indent="-123838" algn="l" defTabSz="49535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1" sz="1083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14537" indent="-123838" algn="l" defTabSz="495350" rtl="0" eaLnBrk="1" latinLnBrk="0" hangingPunct="1">
              <a:spcBef>
                <a:spcPct val="20000"/>
              </a:spcBef>
              <a:buFont typeface="Arial" pitchFamily="34" charset="0"/>
              <a:buChar char="»"/>
              <a:defRPr kumimoji="1" sz="1083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62211" indent="-123838" algn="l" defTabSz="4953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083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9885" indent="-123838" algn="l" defTabSz="4953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083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57561" indent="-123838" algn="l" defTabSz="4953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083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105235" indent="-123838" algn="l" defTabSz="4953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083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\</a:t>
            </a:r>
            <a:r>
              <a:rPr lang="en-US" altLang="ja-JP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chemfig</a:t>
            </a:r>
            <a:r>
              <a:rPr lang="en-US" altLang="ja-JP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[bond join=</a:t>
            </a:r>
            <a:r>
              <a:rPr lang="en-US" altLang="ja-JP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true,angle</a:t>
            </a:r>
            <a:r>
              <a:rPr lang="en-US" altLang="ja-JP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increment=30]{</a:t>
            </a:r>
          </a:p>
          <a:p>
            <a:r>
              <a:rPr lang="en-US" altLang="ja-JP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-[1]\</a:t>
            </a:r>
            <a:r>
              <a:rPr lang="en-US" altLang="ja-JP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textsf</a:t>
            </a:r>
            <a:r>
              <a:rPr lang="en-US" altLang="ja-JP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{S}(=[3]\</a:t>
            </a:r>
            <a:r>
              <a:rPr lang="en-US" altLang="ja-JP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textsf</a:t>
            </a:r>
            <a:r>
              <a:rPr lang="en-US" altLang="ja-JP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{O})-[-1]</a:t>
            </a:r>
          </a:p>
          <a:p>
            <a:r>
              <a:rPr lang="en-US" altLang="ja-JP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-[1]-[-1]</a:t>
            </a:r>
          </a:p>
          <a:p>
            <a:r>
              <a:rPr lang="en-US" altLang="ja-JP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-[1]-[-1]\</a:t>
            </a:r>
            <a:r>
              <a:rPr lang="en-US" altLang="ja-JP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textsf</a:t>
            </a:r>
            <a:r>
              <a:rPr lang="en-US" altLang="ja-JP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{N}</a:t>
            </a:r>
          </a:p>
          <a:p>
            <a:r>
              <a:rPr lang="en-US" altLang="ja-JP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=[1]\</a:t>
            </a:r>
            <a:r>
              <a:rPr lang="en-US" altLang="ja-JP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textsf</a:t>
            </a:r>
            <a:r>
              <a:rPr lang="en-US" altLang="ja-JP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{C}=[1]\</a:t>
            </a:r>
            <a:r>
              <a:rPr lang="en-US" altLang="ja-JP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textsf</a:t>
            </a:r>
            <a:r>
              <a:rPr lang="en-US" altLang="ja-JP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{S}</a:t>
            </a:r>
          </a:p>
          <a:p>
            <a:r>
              <a:rPr lang="en-US" altLang="ja-JP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pic>
        <p:nvPicPr>
          <p:cNvPr id="15" name="グラフィックス 14">
            <a:extLst>
              <a:ext uri="{FF2B5EF4-FFF2-40B4-BE49-F238E27FC236}">
                <a16:creationId xmlns:a16="http://schemas.microsoft.com/office/drawing/2014/main" id="{BFD2C2DD-C3B2-0EF4-5499-E18F6891E4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3567" y="1044696"/>
            <a:ext cx="4839942" cy="1196975"/>
          </a:xfrm>
          <a:prstGeom prst="rect">
            <a:avLst/>
          </a:prstGeom>
        </p:spPr>
      </p:pic>
      <p:sp>
        <p:nvSpPr>
          <p:cNvPr id="16" name="楕円 15">
            <a:extLst>
              <a:ext uri="{FF2B5EF4-FFF2-40B4-BE49-F238E27FC236}">
                <a16:creationId xmlns:a16="http://schemas.microsoft.com/office/drawing/2014/main" id="{96118349-920A-512F-A034-14B33C739EDA}"/>
              </a:ext>
            </a:extLst>
          </p:cNvPr>
          <p:cNvSpPr/>
          <p:nvPr/>
        </p:nvSpPr>
        <p:spPr>
          <a:xfrm>
            <a:off x="765781" y="1624133"/>
            <a:ext cx="383368" cy="383368"/>
          </a:xfrm>
          <a:prstGeom prst="ellipse">
            <a:avLst/>
          </a:prstGeom>
          <a:solidFill>
            <a:srgbClr val="FFFF00">
              <a:alpha val="3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39E704BF-4EB8-FB7B-2EEE-3D2987C56BEE}"/>
              </a:ext>
            </a:extLst>
          </p:cNvPr>
          <p:cNvSpPr/>
          <p:nvPr/>
        </p:nvSpPr>
        <p:spPr>
          <a:xfrm>
            <a:off x="4949604" y="1259815"/>
            <a:ext cx="383368" cy="383368"/>
          </a:xfrm>
          <a:prstGeom prst="ellipse">
            <a:avLst/>
          </a:prstGeom>
          <a:solidFill>
            <a:srgbClr val="FFFF00">
              <a:alpha val="3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0" name="グラフィックス 19">
            <a:extLst>
              <a:ext uri="{FF2B5EF4-FFF2-40B4-BE49-F238E27FC236}">
                <a16:creationId xmlns:a16="http://schemas.microsoft.com/office/drawing/2014/main" id="{F0EA20E2-8857-FFD2-EE52-C22ABCC73D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3567" y="2493043"/>
            <a:ext cx="4839942" cy="1196975"/>
          </a:xfrm>
          <a:prstGeom prst="rect">
            <a:avLst/>
          </a:prstGeom>
        </p:spPr>
      </p:pic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93C4EEF-0E5E-DBD6-E771-F6A68E53656E}"/>
              </a:ext>
            </a:extLst>
          </p:cNvPr>
          <p:cNvSpPr txBox="1">
            <a:spLocks/>
          </p:cNvSpPr>
          <p:nvPr/>
        </p:nvSpPr>
        <p:spPr>
          <a:xfrm>
            <a:off x="5498305" y="4416690"/>
            <a:ext cx="5054184" cy="212536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>
            <a:lvl1pPr marL="0" indent="0" algn="l" defTabSz="49535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5400" kern="1200">
                <a:solidFill>
                  <a:schemeClr val="dk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+mn-cs"/>
              </a:defRPr>
            </a:lvl1pPr>
            <a:lvl2pPr marL="402472" indent="-154797" algn="l" defTabSz="49535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1" sz="1517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19187" indent="-123838" algn="l" defTabSz="4953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866862" indent="-123838" algn="l" defTabSz="49535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1" sz="1083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14537" indent="-123838" algn="l" defTabSz="495350" rtl="0" eaLnBrk="1" latinLnBrk="0" hangingPunct="1">
              <a:spcBef>
                <a:spcPct val="20000"/>
              </a:spcBef>
              <a:buFont typeface="Arial" pitchFamily="34" charset="0"/>
              <a:buChar char="»"/>
              <a:defRPr kumimoji="1" sz="1083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62211" indent="-123838" algn="l" defTabSz="4953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083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9885" indent="-123838" algn="l" defTabSz="4953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083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57561" indent="-123838" algn="l" defTabSz="4953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083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105235" indent="-123838" algn="l" defTabSz="4953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083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\</a:t>
            </a:r>
            <a:r>
              <a:rPr lang="en-US" altLang="ja-JP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chemfig</a:t>
            </a:r>
            <a:r>
              <a:rPr lang="en-US" altLang="ja-JP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[bond join=</a:t>
            </a:r>
            <a:r>
              <a:rPr lang="en-US" altLang="ja-JP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true,angle</a:t>
            </a:r>
            <a:r>
              <a:rPr lang="en-US" altLang="ja-JP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increment=30]{</a:t>
            </a:r>
          </a:p>
          <a:p>
            <a:r>
              <a:rPr lang="en-US" altLang="ja-JP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-[-1]\</a:t>
            </a:r>
            <a:r>
              <a:rPr lang="en-US" altLang="ja-JP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textsf</a:t>
            </a:r>
            <a:r>
              <a:rPr lang="en-US" altLang="ja-JP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{S}(=[9]\</a:t>
            </a:r>
            <a:r>
              <a:rPr lang="en-US" altLang="ja-JP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textsf</a:t>
            </a:r>
            <a:r>
              <a:rPr lang="en-US" altLang="ja-JP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{O})-[1]</a:t>
            </a:r>
          </a:p>
          <a:p>
            <a:r>
              <a:rPr lang="en-US" altLang="ja-JP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-[-1]-[1]</a:t>
            </a:r>
          </a:p>
          <a:p>
            <a:r>
              <a:rPr lang="en-US" altLang="ja-JP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-[-1]-[1]\</a:t>
            </a:r>
            <a:r>
              <a:rPr lang="en-US" altLang="ja-JP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textsf</a:t>
            </a:r>
            <a:r>
              <a:rPr lang="en-US" altLang="ja-JP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{N}</a:t>
            </a:r>
          </a:p>
          <a:p>
            <a:r>
              <a:rPr lang="en-US" altLang="ja-JP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=[-1]\</a:t>
            </a:r>
            <a:r>
              <a:rPr lang="en-US" altLang="ja-JP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textsf</a:t>
            </a:r>
            <a:r>
              <a:rPr lang="en-US" altLang="ja-JP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{C}=[-1]\</a:t>
            </a:r>
            <a:r>
              <a:rPr lang="en-US" altLang="ja-JP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textsf</a:t>
            </a:r>
            <a:r>
              <a:rPr lang="en-US" altLang="ja-JP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{S}</a:t>
            </a:r>
          </a:p>
          <a:p>
            <a:r>
              <a:rPr lang="en-US" altLang="ja-JP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pic>
        <p:nvPicPr>
          <p:cNvPr id="7" name="グラフィックス 6">
            <a:extLst>
              <a:ext uri="{FF2B5EF4-FFF2-40B4-BE49-F238E27FC236}">
                <a16:creationId xmlns:a16="http://schemas.microsoft.com/office/drawing/2014/main" id="{868481DF-1993-2209-B6E0-F30FF0A51E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3567" y="4193361"/>
            <a:ext cx="4839941" cy="1196975"/>
          </a:xfrm>
          <a:prstGeom prst="rect">
            <a:avLst/>
          </a:prstGeom>
        </p:spPr>
      </p:pic>
      <p:sp>
        <p:nvSpPr>
          <p:cNvPr id="8" name="楕円 7">
            <a:extLst>
              <a:ext uri="{FF2B5EF4-FFF2-40B4-BE49-F238E27FC236}">
                <a16:creationId xmlns:a16="http://schemas.microsoft.com/office/drawing/2014/main" id="{B0C5C0E5-94F3-480C-2BED-8440D7F92967}"/>
              </a:ext>
            </a:extLst>
          </p:cNvPr>
          <p:cNvSpPr/>
          <p:nvPr/>
        </p:nvSpPr>
        <p:spPr>
          <a:xfrm>
            <a:off x="765781" y="4416690"/>
            <a:ext cx="383368" cy="383368"/>
          </a:xfrm>
          <a:prstGeom prst="ellipse">
            <a:avLst/>
          </a:prstGeom>
          <a:solidFill>
            <a:srgbClr val="FFFF00">
              <a:alpha val="3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93BB8D7F-3CCF-C40E-3448-F0D6B3591AE4}"/>
              </a:ext>
            </a:extLst>
          </p:cNvPr>
          <p:cNvSpPr/>
          <p:nvPr/>
        </p:nvSpPr>
        <p:spPr>
          <a:xfrm>
            <a:off x="4949604" y="4761208"/>
            <a:ext cx="383368" cy="383368"/>
          </a:xfrm>
          <a:prstGeom prst="ellipse">
            <a:avLst/>
          </a:prstGeom>
          <a:solidFill>
            <a:srgbClr val="FFFF00">
              <a:alpha val="3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" name="グラフィックス 9">
            <a:extLst>
              <a:ext uri="{FF2B5EF4-FFF2-40B4-BE49-F238E27FC236}">
                <a16:creationId xmlns:a16="http://schemas.microsoft.com/office/drawing/2014/main" id="{7DD0AAC7-6946-03C6-9B52-B189502CB52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53567" y="5565066"/>
            <a:ext cx="4839941" cy="119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363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994E2-6C63-5FF1-9433-E4E279BEE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テキスト プレースホルダー 3">
            <a:extLst>
              <a:ext uri="{FF2B5EF4-FFF2-40B4-BE49-F238E27FC236}">
                <a16:creationId xmlns:a16="http://schemas.microsoft.com/office/drawing/2014/main" id="{C6D1D9A2-6030-937A-CE89-1CCDC164E1FF}"/>
              </a:ext>
            </a:extLst>
          </p:cNvPr>
          <p:cNvSpPr txBox="1">
            <a:spLocks/>
          </p:cNvSpPr>
          <p:nvPr/>
        </p:nvSpPr>
        <p:spPr>
          <a:xfrm>
            <a:off x="5478275" y="1579825"/>
            <a:ext cx="5054184" cy="214617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>
            <a:lvl1pPr marL="0" indent="0" algn="l" defTabSz="49535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5400" kern="1200">
                <a:solidFill>
                  <a:schemeClr val="dk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+mn-cs"/>
              </a:defRPr>
            </a:lvl1pPr>
            <a:lvl2pPr marL="402472" indent="-154797" algn="l" defTabSz="49535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1" sz="1517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19187" indent="-123838" algn="l" defTabSz="4953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866862" indent="-123838" algn="l" defTabSz="49535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1" sz="1083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14537" indent="-123838" algn="l" defTabSz="495350" rtl="0" eaLnBrk="1" latinLnBrk="0" hangingPunct="1">
              <a:spcBef>
                <a:spcPct val="20000"/>
              </a:spcBef>
              <a:buFont typeface="Arial" pitchFamily="34" charset="0"/>
              <a:buChar char="»"/>
              <a:defRPr kumimoji="1" sz="1083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62211" indent="-123838" algn="l" defTabSz="4953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083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9885" indent="-123838" algn="l" defTabSz="4953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083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57561" indent="-123838" algn="l" defTabSz="4953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083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105235" indent="-123838" algn="l" defTabSz="4953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083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\</a:t>
            </a:r>
            <a:r>
              <a:rPr lang="en-US" altLang="ja-JP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chemfig</a:t>
            </a:r>
            <a:r>
              <a:rPr lang="en-US" altLang="ja-JP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[bond join=</a:t>
            </a:r>
            <a:r>
              <a:rPr lang="en-US" altLang="ja-JP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true,angle</a:t>
            </a:r>
            <a:r>
              <a:rPr lang="en-US" altLang="ja-JP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increment=30]{</a:t>
            </a:r>
          </a:p>
          <a:p>
            <a:r>
              <a:rPr lang="en-US" altLang="ja-JP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\</a:t>
            </a:r>
            <a:r>
              <a:rPr lang="en-US" altLang="ja-JP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textsf</a:t>
            </a:r>
            <a:r>
              <a:rPr lang="en-US" altLang="ja-JP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{R}-[-1]\</a:t>
            </a:r>
            <a:r>
              <a:rPr lang="en-US" altLang="ja-JP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textsf</a:t>
            </a:r>
            <a:r>
              <a:rPr lang="en-US" altLang="ja-JP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{N}</a:t>
            </a:r>
          </a:p>
          <a:p>
            <a:r>
              <a:rPr lang="en-US" altLang="ja-JP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=[1]\</a:t>
            </a:r>
            <a:r>
              <a:rPr lang="en-US" altLang="ja-JP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textsf</a:t>
            </a:r>
            <a:r>
              <a:rPr lang="en-US" altLang="ja-JP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{C}=[1]\</a:t>
            </a:r>
            <a:r>
              <a:rPr lang="en-US" altLang="ja-JP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textsf</a:t>
            </a:r>
            <a:r>
              <a:rPr lang="en-US" altLang="ja-JP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{S}</a:t>
            </a:r>
          </a:p>
          <a:p>
            <a:r>
              <a:rPr lang="en-US" altLang="ja-JP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D8F3D102-6878-4F4D-0E57-42059E274A1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3</a:t>
            </a:fld>
            <a:endParaRPr kumimoji="1" lang="ja-JP" altLang="en-US" b="1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2F9A94A1-3B86-196F-C9FA-FFB23A4CDF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植物体内含硫化合物 </a:t>
            </a:r>
            <a:r>
              <a:rPr kumimoji="1" lang="en-US" altLang="ja-JP" dirty="0"/>
              <a:t>-3</a:t>
            </a:r>
            <a:endParaRPr kumimoji="1" lang="ja-JP" alt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89B35EC-02BF-CC49-3B0B-68A38F18A54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ja-JP" altLang="en-US" dirty="0"/>
              <a:t>イソチオシアネート</a:t>
            </a:r>
          </a:p>
        </p:txBody>
      </p:sp>
      <p:sp>
        <p:nvSpPr>
          <p:cNvPr id="14" name="テキスト プレースホルダー 3">
            <a:extLst>
              <a:ext uri="{FF2B5EF4-FFF2-40B4-BE49-F238E27FC236}">
                <a16:creationId xmlns:a16="http://schemas.microsoft.com/office/drawing/2014/main" id="{B832CD35-B547-BEF0-5D75-EACFEADF8B22}"/>
              </a:ext>
            </a:extLst>
          </p:cNvPr>
          <p:cNvSpPr txBox="1">
            <a:spLocks/>
          </p:cNvSpPr>
          <p:nvPr/>
        </p:nvSpPr>
        <p:spPr>
          <a:xfrm>
            <a:off x="5478275" y="4512506"/>
            <a:ext cx="5054184" cy="214617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>
            <a:lvl1pPr marL="0" indent="0" algn="l" defTabSz="49535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5400" kern="1200">
                <a:solidFill>
                  <a:schemeClr val="dk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+mn-cs"/>
              </a:defRPr>
            </a:lvl1pPr>
            <a:lvl2pPr marL="402472" indent="-154797" algn="l" defTabSz="49535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1" sz="1517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19187" indent="-123838" algn="l" defTabSz="4953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866862" indent="-123838" algn="l" defTabSz="49535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1" sz="1083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114537" indent="-123838" algn="l" defTabSz="495350" rtl="0" eaLnBrk="1" latinLnBrk="0" hangingPunct="1">
              <a:spcBef>
                <a:spcPct val="20000"/>
              </a:spcBef>
              <a:buFont typeface="Arial" pitchFamily="34" charset="0"/>
              <a:buChar char="»"/>
              <a:defRPr kumimoji="1" sz="1083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362211" indent="-123838" algn="l" defTabSz="4953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083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609885" indent="-123838" algn="l" defTabSz="4953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083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857561" indent="-123838" algn="l" defTabSz="4953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083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105235" indent="-123838" algn="l" defTabSz="4953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083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\</a:t>
            </a:r>
            <a:r>
              <a:rPr lang="en-US" altLang="ja-JP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chemfig</a:t>
            </a:r>
            <a:r>
              <a:rPr lang="en-US" altLang="ja-JP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[bond join=</a:t>
            </a:r>
            <a:r>
              <a:rPr lang="en-US" altLang="ja-JP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true,angle</a:t>
            </a:r>
            <a:r>
              <a:rPr lang="en-US" altLang="ja-JP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increment=30]{</a:t>
            </a:r>
          </a:p>
          <a:p>
            <a:r>
              <a:rPr lang="en-US" altLang="ja-JP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\</a:t>
            </a:r>
            <a:r>
              <a:rPr lang="en-US" altLang="ja-JP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textsf</a:t>
            </a:r>
            <a:r>
              <a:rPr lang="en-US" altLang="ja-JP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{R}-[1]\</a:t>
            </a:r>
            <a:r>
              <a:rPr lang="en-US" altLang="ja-JP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textsf</a:t>
            </a:r>
            <a:r>
              <a:rPr lang="en-US" altLang="ja-JP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{N}</a:t>
            </a:r>
          </a:p>
          <a:p>
            <a:r>
              <a:rPr lang="en-US" altLang="ja-JP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=[-1]\</a:t>
            </a:r>
            <a:r>
              <a:rPr lang="en-US" altLang="ja-JP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textsf</a:t>
            </a:r>
            <a:r>
              <a:rPr lang="en-US" altLang="ja-JP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{C}=[-1]\</a:t>
            </a:r>
            <a:r>
              <a:rPr lang="en-US" altLang="ja-JP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textsf</a:t>
            </a:r>
            <a:r>
              <a:rPr lang="en-US" altLang="ja-JP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{S}</a:t>
            </a:r>
          </a:p>
          <a:p>
            <a:r>
              <a:rPr lang="en-US" altLang="ja-JP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pic>
        <p:nvPicPr>
          <p:cNvPr id="22" name="グラフィックス 21">
            <a:extLst>
              <a:ext uri="{FF2B5EF4-FFF2-40B4-BE49-F238E27FC236}">
                <a16:creationId xmlns:a16="http://schemas.microsoft.com/office/drawing/2014/main" id="{D86987F6-4DBF-AAA4-3792-AEAB508F55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7281" y="4304059"/>
            <a:ext cx="2350294" cy="1046949"/>
          </a:xfrm>
          <a:prstGeom prst="rect">
            <a:avLst/>
          </a:prstGeom>
        </p:spPr>
      </p:pic>
      <p:sp>
        <p:nvSpPr>
          <p:cNvPr id="23" name="楕円 22">
            <a:extLst>
              <a:ext uri="{FF2B5EF4-FFF2-40B4-BE49-F238E27FC236}">
                <a16:creationId xmlns:a16="http://schemas.microsoft.com/office/drawing/2014/main" id="{39249A50-998A-7526-ACB9-D50DC8D4EAB6}"/>
              </a:ext>
            </a:extLst>
          </p:cNvPr>
          <p:cNvSpPr/>
          <p:nvPr/>
        </p:nvSpPr>
        <p:spPr>
          <a:xfrm>
            <a:off x="3194656" y="5034894"/>
            <a:ext cx="383368" cy="383368"/>
          </a:xfrm>
          <a:prstGeom prst="ellipse">
            <a:avLst/>
          </a:prstGeom>
          <a:solidFill>
            <a:srgbClr val="FFFF00">
              <a:alpha val="3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6" name="グラフィックス 25">
            <a:extLst>
              <a:ext uri="{FF2B5EF4-FFF2-40B4-BE49-F238E27FC236}">
                <a16:creationId xmlns:a16="http://schemas.microsoft.com/office/drawing/2014/main" id="{05C1AE24-AEB8-4040-2E2B-B13F5963EC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7281" y="5717455"/>
            <a:ext cx="2350294" cy="1046949"/>
          </a:xfrm>
          <a:prstGeom prst="rect">
            <a:avLst/>
          </a:prstGeom>
        </p:spPr>
      </p:pic>
      <p:pic>
        <p:nvPicPr>
          <p:cNvPr id="29" name="グラフィックス 28">
            <a:extLst>
              <a:ext uri="{FF2B5EF4-FFF2-40B4-BE49-F238E27FC236}">
                <a16:creationId xmlns:a16="http://schemas.microsoft.com/office/drawing/2014/main" id="{C039282E-1D16-0525-68DC-A4D9542D8E7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07281" y="1353916"/>
            <a:ext cx="2350294" cy="1046949"/>
          </a:xfrm>
          <a:prstGeom prst="rect">
            <a:avLst/>
          </a:prstGeom>
        </p:spPr>
      </p:pic>
      <p:sp>
        <p:nvSpPr>
          <p:cNvPr id="30" name="楕円 29">
            <a:extLst>
              <a:ext uri="{FF2B5EF4-FFF2-40B4-BE49-F238E27FC236}">
                <a16:creationId xmlns:a16="http://schemas.microsoft.com/office/drawing/2014/main" id="{EB97E6FD-7E5D-963E-B05B-525B4F796D6F}"/>
              </a:ext>
            </a:extLst>
          </p:cNvPr>
          <p:cNvSpPr/>
          <p:nvPr/>
        </p:nvSpPr>
        <p:spPr>
          <a:xfrm>
            <a:off x="3194656" y="1246866"/>
            <a:ext cx="383368" cy="383368"/>
          </a:xfrm>
          <a:prstGeom prst="ellipse">
            <a:avLst/>
          </a:prstGeom>
          <a:solidFill>
            <a:srgbClr val="FFFF00">
              <a:alpha val="3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2" name="グラフィックス 31">
            <a:extLst>
              <a:ext uri="{FF2B5EF4-FFF2-40B4-BE49-F238E27FC236}">
                <a16:creationId xmlns:a16="http://schemas.microsoft.com/office/drawing/2014/main" id="{F7C030CC-80FB-C4FB-17D5-26964E253C5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07281" y="2680746"/>
            <a:ext cx="2346498" cy="1045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168938"/>
      </p:ext>
    </p:extLst>
  </p:cSld>
  <p:clrMapOvr>
    <a:masterClrMapping/>
  </p:clrMapOvr>
</p:sld>
</file>

<file path=ppt/theme/theme1.xml><?xml version="1.0" encoding="utf-8"?>
<a:theme xmlns:a="http://schemas.openxmlformats.org/drawingml/2006/main" name="theme">
  <a:themeElements>
    <a:clrScheme name="V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CCEAF6"/>
      </a:accent2>
      <a:accent3>
        <a:srgbClr val="70AD47"/>
      </a:accent3>
      <a:accent4>
        <a:srgbClr val="ED7D31"/>
      </a:accent4>
      <a:accent5>
        <a:srgbClr val="FFC000"/>
      </a:accent5>
      <a:accent6>
        <a:srgbClr val="FF42A1"/>
      </a:accent6>
      <a:hlink>
        <a:srgbClr val="0563C1"/>
      </a:hlink>
      <a:folHlink>
        <a:srgbClr val="954F72"/>
      </a:folHlink>
    </a:clrScheme>
    <a:fontScheme name="admit_def_font">
      <a:majorFont>
        <a:latin typeface="ＭＳ 明朝"/>
        <a:ea typeface="ＭＳ 明朝"/>
        <a:cs typeface=""/>
      </a:majorFont>
      <a:minorFont>
        <a:latin typeface="ＭＳ ゴシック"/>
        <a:ea typeface="ＭＳ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.potx" id="{BB074E5D-A687-49E4-B170-FBCB7A7B2F6E}" vid="{552F916B-A336-4E9A-B6B0-F8231EB06CB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200199d-23c1-49c4-a04b-0c65fe2d1f20}" enabled="0" method="" siteId="{a200199d-23c1-49c4-a04b-0c65fe2d1f2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Template</Template>
  <TotalTime>0</TotalTime>
  <Words>370</Words>
  <Application>Microsoft Office PowerPoint</Application>
  <PresentationFormat>ユーザー設定</PresentationFormat>
  <Paragraphs>44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11" baseType="lpstr">
      <vt:lpstr>ＭＳ ゴシック</vt:lpstr>
      <vt:lpstr>ＭＳ 明朝</vt:lpstr>
      <vt:lpstr>游ゴシック</vt:lpstr>
      <vt:lpstr>Arial</vt:lpstr>
      <vt:lpstr>Courier New</vt:lpstr>
      <vt:lpstr>Noto Serif Medium</vt:lpstr>
      <vt:lpstr>Wingdings</vt:lpstr>
      <vt:lpstr>theme</vt:lpstr>
      <vt:lpstr>植物体内含硫化合物 -1</vt:lpstr>
      <vt:lpstr>植物体内含硫化合物 -2</vt:lpstr>
      <vt:lpstr>植物体内含硫化合物 -3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2025-12-07T17:52:22Z</dcterms:created>
  <dcterms:modified xsi:type="dcterms:W3CDTF">2025-12-07T18:13:36Z</dcterms:modified>
</cp:coreProperties>
</file>